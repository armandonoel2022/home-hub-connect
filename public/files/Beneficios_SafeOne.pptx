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sldIdLst>
    <p:sldId id="256" r:id="rId2"/>
    <p:sldId id="258" r:id="rId3"/>
    <p:sldId id="260" r:id="rId4"/>
    <p:sldId id="263" r:id="rId5"/>
  </p:sldIdLst>
  <p:sldSz cx="7559675"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361">
          <p15:clr>
            <a:srgbClr val="9AA0A6"/>
          </p15:clr>
        </p15:guide>
        <p15:guide id="2" orient="horz" pos="3367">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jHKLtuGYc0YzaSVYGS/JvRz9m6u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aquel Bourguet (DO)"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0EECD7-CD93-4CC0-9F99-279480DCFA02}">
  <a:tblStyle styleId="{6E0EECD7-CD93-4CC0-9F99-279480DCFA02}"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2438" y="58"/>
      </p:cViewPr>
      <p:guideLst>
        <p:guide pos="1361"/>
        <p:guide orient="horz" pos="33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21" Type="http://schemas.openxmlformats.org/officeDocument/2006/relationships/commentAuthors" Target="commentAuthors.xml"/><Relationship Id="rId25" Type="http://schemas.openxmlformats.org/officeDocument/2006/relationships/tableStyles" Target="tableStyles.xml"/><Relationship Id="rId2" Type="http://schemas.openxmlformats.org/officeDocument/2006/relationships/slide" Target="slides/slide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23" Type="http://schemas.openxmlformats.org/officeDocument/2006/relationships/viewProps" Target="viewProps.xml"/><Relationship Id="rId4" Type="http://schemas.openxmlformats.org/officeDocument/2006/relationships/slide" Target="slides/slide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419"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 name="Google Shape;47;p1: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 name="Google Shape;64;p3: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4ffd292170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 name="Google Shape;90;g14ffd292170_0_46: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14ffd292170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g14ffd292170_0_72: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hree Content">
  <p:cSld name="2_Three Content">
    <p:spTree>
      <p:nvGrpSpPr>
        <p:cNvPr id="1" name="Shape 15"/>
        <p:cNvGrpSpPr/>
        <p:nvPr/>
      </p:nvGrpSpPr>
      <p:grpSpPr>
        <a:xfrm>
          <a:off x="0" y="0"/>
          <a:ext cx="0" cy="0"/>
          <a:chOff x="0" y="0"/>
          <a:chExt cx="0" cy="0"/>
        </a:xfrm>
      </p:grpSpPr>
      <p:sp>
        <p:nvSpPr>
          <p:cNvPr id="16" name="Google Shape;16;p8"/>
          <p:cNvSpPr>
            <a:spLocks noGrp="1"/>
          </p:cNvSpPr>
          <p:nvPr>
            <p:ph type="pic" idx="2"/>
          </p:nvPr>
        </p:nvSpPr>
        <p:spPr>
          <a:xfrm>
            <a:off x="4927600" y="0"/>
            <a:ext cx="2632075" cy="10691813"/>
          </a:xfrm>
          <a:prstGeom prst="rect">
            <a:avLst/>
          </a:prstGeom>
          <a:solidFill>
            <a:srgbClr val="F2F2F2"/>
          </a:solidFill>
          <a:ln>
            <a:noFill/>
          </a:ln>
        </p:spPr>
        <p:txBody>
          <a:bodyPr/>
          <a:lstStyle/>
          <a:p>
            <a:endParaRPr lang="en-US"/>
          </a:p>
        </p:txBody>
      </p:sp>
      <p:sp>
        <p:nvSpPr>
          <p:cNvPr id="17" name="Google Shape;17;p8"/>
          <p:cNvSpPr txBox="1">
            <a:spLocks noGrp="1"/>
          </p:cNvSpPr>
          <p:nvPr>
            <p:ph type="title"/>
          </p:nvPr>
        </p:nvSpPr>
        <p:spPr>
          <a:xfrm>
            <a:off x="519728" y="569242"/>
            <a:ext cx="3888499" cy="82412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
          <p:cNvSpPr txBox="1">
            <a:spLocks noGrp="1"/>
          </p:cNvSpPr>
          <p:nvPr>
            <p:ph type="body" idx="1"/>
          </p:nvPr>
        </p:nvSpPr>
        <p:spPr>
          <a:xfrm>
            <a:off x="519728" y="1817688"/>
            <a:ext cx="2018685" cy="7812369"/>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800"/>
              <a:buNone/>
              <a:defRPr/>
            </a:lvl1pPr>
            <a:lvl2pPr marL="914400" lvl="1" indent="-228600" algn="l">
              <a:lnSpc>
                <a:spcPct val="110000"/>
              </a:lnSpc>
              <a:spcBef>
                <a:spcPts val="600"/>
              </a:spcBef>
              <a:spcAft>
                <a:spcPts val="0"/>
              </a:spcAft>
              <a:buClr>
                <a:schemeClr val="dk1"/>
              </a:buClr>
              <a:buSzPts val="950"/>
              <a:buNone/>
              <a:defRPr/>
            </a:lvl2pPr>
            <a:lvl3pPr marL="1371600" lvl="2" indent="-288925" algn="l">
              <a:lnSpc>
                <a:spcPct val="110000"/>
              </a:lnSpc>
              <a:spcBef>
                <a:spcPts val="1000"/>
              </a:spcBef>
              <a:spcAft>
                <a:spcPts val="0"/>
              </a:spcAft>
              <a:buClr>
                <a:schemeClr val="dk1"/>
              </a:buClr>
              <a:buSzPts val="950"/>
              <a:buChar char="•"/>
              <a:defRPr/>
            </a:lvl3pPr>
            <a:lvl4pPr marL="1828800" lvl="3" indent="-288925" algn="l">
              <a:lnSpc>
                <a:spcPct val="110000"/>
              </a:lnSpc>
              <a:spcBef>
                <a:spcPts val="1000"/>
              </a:spcBef>
              <a:spcAft>
                <a:spcPts val="0"/>
              </a:spcAft>
              <a:buClr>
                <a:schemeClr val="dk1"/>
              </a:buClr>
              <a:buSzPts val="950"/>
              <a:buChar char="‒"/>
              <a:defRPr/>
            </a:lvl4pPr>
            <a:lvl5pPr marL="2286000" lvl="4" indent="-288925" algn="l">
              <a:lnSpc>
                <a:spcPct val="110000"/>
              </a:lnSpc>
              <a:spcBef>
                <a:spcPts val="1000"/>
              </a:spcBef>
              <a:spcAft>
                <a:spcPts val="0"/>
              </a:spcAft>
              <a:buClr>
                <a:schemeClr val="dk1"/>
              </a:buClr>
              <a:buSzPts val="950"/>
              <a:buChar char="•"/>
              <a:defRPr/>
            </a:lvl5pPr>
            <a:lvl6pPr marL="2743200" lvl="5" indent="-288925" algn="l">
              <a:lnSpc>
                <a:spcPct val="90000"/>
              </a:lnSpc>
              <a:spcBef>
                <a:spcPts val="1000"/>
              </a:spcBef>
              <a:spcAft>
                <a:spcPts val="0"/>
              </a:spcAft>
              <a:buClr>
                <a:schemeClr val="dk1"/>
              </a:buClr>
              <a:buSzPts val="950"/>
              <a:buChar char="•"/>
              <a:defRPr/>
            </a:lvl6pPr>
            <a:lvl7pPr marL="3200400" lvl="6" indent="-288925" algn="l">
              <a:lnSpc>
                <a:spcPct val="90000"/>
              </a:lnSpc>
              <a:spcBef>
                <a:spcPts val="900"/>
              </a:spcBef>
              <a:spcAft>
                <a:spcPts val="0"/>
              </a:spcAft>
              <a:buClr>
                <a:schemeClr val="dk1"/>
              </a:buClr>
              <a:buSzPts val="950"/>
              <a:buChar char="•"/>
              <a:defRPr/>
            </a:lvl7pPr>
            <a:lvl8pPr marL="3657600" lvl="7" indent="-288925" algn="l">
              <a:lnSpc>
                <a:spcPct val="90000"/>
              </a:lnSpc>
              <a:spcBef>
                <a:spcPts val="900"/>
              </a:spcBef>
              <a:spcAft>
                <a:spcPts val="0"/>
              </a:spcAft>
              <a:buClr>
                <a:schemeClr val="dk1"/>
              </a:buClr>
              <a:buSzPts val="950"/>
              <a:buChar char="•"/>
              <a:defRPr/>
            </a:lvl8pPr>
            <a:lvl9pPr marL="4114800" lvl="8" indent="-288925" algn="l">
              <a:lnSpc>
                <a:spcPct val="90000"/>
              </a:lnSpc>
              <a:spcBef>
                <a:spcPts val="900"/>
              </a:spcBef>
              <a:spcAft>
                <a:spcPts val="900"/>
              </a:spcAft>
              <a:buClr>
                <a:schemeClr val="dk1"/>
              </a:buClr>
              <a:buSzPts val="950"/>
              <a:buChar char="•"/>
              <a:defRPr/>
            </a:lvl9pPr>
          </a:lstStyle>
          <a:p>
            <a:endParaRPr/>
          </a:p>
        </p:txBody>
      </p:sp>
      <p:sp>
        <p:nvSpPr>
          <p:cNvPr id="19" name="Google Shape;19;p8"/>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a:t>
            </a:fld>
            <a:endParaRPr/>
          </a:p>
        </p:txBody>
      </p:sp>
      <p:sp>
        <p:nvSpPr>
          <p:cNvPr id="20" name="Google Shape;20;p8"/>
          <p:cNvSpPr txBox="1">
            <a:spLocks noGrp="1"/>
          </p:cNvSpPr>
          <p:nvPr>
            <p:ph type="body" idx="3"/>
          </p:nvPr>
        </p:nvSpPr>
        <p:spPr>
          <a:xfrm>
            <a:off x="2660650" y="1817688"/>
            <a:ext cx="2143125" cy="7812369"/>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800"/>
              <a:buNone/>
              <a:defRPr/>
            </a:lvl1pPr>
            <a:lvl2pPr marL="914400" lvl="1" indent="-228600" algn="l">
              <a:lnSpc>
                <a:spcPct val="110000"/>
              </a:lnSpc>
              <a:spcBef>
                <a:spcPts val="600"/>
              </a:spcBef>
              <a:spcAft>
                <a:spcPts val="0"/>
              </a:spcAft>
              <a:buClr>
                <a:schemeClr val="dk1"/>
              </a:buClr>
              <a:buSzPts val="950"/>
              <a:buNone/>
              <a:defRPr/>
            </a:lvl2pPr>
            <a:lvl3pPr marL="1371600" lvl="2" indent="-288925" algn="l">
              <a:lnSpc>
                <a:spcPct val="110000"/>
              </a:lnSpc>
              <a:spcBef>
                <a:spcPts val="1000"/>
              </a:spcBef>
              <a:spcAft>
                <a:spcPts val="0"/>
              </a:spcAft>
              <a:buClr>
                <a:schemeClr val="dk1"/>
              </a:buClr>
              <a:buSzPts val="950"/>
              <a:buChar char="•"/>
              <a:defRPr/>
            </a:lvl3pPr>
            <a:lvl4pPr marL="1828800" lvl="3" indent="-288925" algn="l">
              <a:lnSpc>
                <a:spcPct val="110000"/>
              </a:lnSpc>
              <a:spcBef>
                <a:spcPts val="1000"/>
              </a:spcBef>
              <a:spcAft>
                <a:spcPts val="0"/>
              </a:spcAft>
              <a:buClr>
                <a:schemeClr val="dk1"/>
              </a:buClr>
              <a:buSzPts val="950"/>
              <a:buChar char="‒"/>
              <a:defRPr/>
            </a:lvl4pPr>
            <a:lvl5pPr marL="2286000" lvl="4" indent="-288925" algn="l">
              <a:lnSpc>
                <a:spcPct val="110000"/>
              </a:lnSpc>
              <a:spcBef>
                <a:spcPts val="1000"/>
              </a:spcBef>
              <a:spcAft>
                <a:spcPts val="0"/>
              </a:spcAft>
              <a:buClr>
                <a:schemeClr val="dk1"/>
              </a:buClr>
              <a:buSzPts val="950"/>
              <a:buChar char="•"/>
              <a:defRPr/>
            </a:lvl5pPr>
            <a:lvl6pPr marL="2743200" lvl="5" indent="-288925" algn="l">
              <a:lnSpc>
                <a:spcPct val="90000"/>
              </a:lnSpc>
              <a:spcBef>
                <a:spcPts val="1000"/>
              </a:spcBef>
              <a:spcAft>
                <a:spcPts val="0"/>
              </a:spcAft>
              <a:buClr>
                <a:schemeClr val="dk1"/>
              </a:buClr>
              <a:buSzPts val="950"/>
              <a:buChar char="•"/>
              <a:defRPr/>
            </a:lvl6pPr>
            <a:lvl7pPr marL="3200400" lvl="6" indent="-288925" algn="l">
              <a:lnSpc>
                <a:spcPct val="90000"/>
              </a:lnSpc>
              <a:spcBef>
                <a:spcPts val="900"/>
              </a:spcBef>
              <a:spcAft>
                <a:spcPts val="0"/>
              </a:spcAft>
              <a:buClr>
                <a:schemeClr val="dk1"/>
              </a:buClr>
              <a:buSzPts val="950"/>
              <a:buChar char="•"/>
              <a:defRPr/>
            </a:lvl7pPr>
            <a:lvl8pPr marL="3657600" lvl="7" indent="-288925" algn="l">
              <a:lnSpc>
                <a:spcPct val="90000"/>
              </a:lnSpc>
              <a:spcBef>
                <a:spcPts val="900"/>
              </a:spcBef>
              <a:spcAft>
                <a:spcPts val="0"/>
              </a:spcAft>
              <a:buClr>
                <a:schemeClr val="dk1"/>
              </a:buClr>
              <a:buSzPts val="950"/>
              <a:buChar char="•"/>
              <a:defRPr/>
            </a:lvl8pPr>
            <a:lvl9pPr marL="4114800" lvl="8" indent="-288925" algn="l">
              <a:lnSpc>
                <a:spcPct val="90000"/>
              </a:lnSpc>
              <a:spcBef>
                <a:spcPts val="900"/>
              </a:spcBef>
              <a:spcAft>
                <a:spcPts val="900"/>
              </a:spcAft>
              <a:buClr>
                <a:schemeClr val="dk1"/>
              </a:buClr>
              <a:buSzPts val="950"/>
              <a:buChar char="•"/>
              <a:defRPr/>
            </a:lvl9pPr>
          </a:lstStyle>
          <a:p>
            <a:endParaRPr/>
          </a:p>
        </p:txBody>
      </p:sp>
      <p:sp>
        <p:nvSpPr>
          <p:cNvPr id="21" name="Google Shape;21;p8"/>
          <p:cNvSpPr/>
          <p:nvPr/>
        </p:nvSpPr>
        <p:spPr>
          <a:xfrm>
            <a:off x="382137" y="10192624"/>
            <a:ext cx="914400" cy="329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0"/>
          <p:cNvSpPr txBox="1">
            <a:spLocks noGrp="1"/>
          </p:cNvSpPr>
          <p:nvPr>
            <p:ph type="title"/>
          </p:nvPr>
        </p:nvSpPr>
        <p:spPr>
          <a:xfrm>
            <a:off x="515791" y="2665532"/>
            <a:ext cx="6520220" cy="444749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4960"/>
              <a:buFont typeface="Georgia"/>
              <a:buNone/>
              <a:defRPr sz="49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0"/>
          <p:cNvSpPr txBox="1">
            <a:spLocks noGrp="1"/>
          </p:cNvSpPr>
          <p:nvPr>
            <p:ph type="body" idx="1"/>
          </p:nvPr>
        </p:nvSpPr>
        <p:spPr>
          <a:xfrm>
            <a:off x="515791" y="7155103"/>
            <a:ext cx="6520220" cy="2338833"/>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dk1"/>
              </a:buClr>
              <a:buSzPts val="1984"/>
              <a:buNone/>
              <a:defRPr sz="1984">
                <a:solidFill>
                  <a:schemeClr val="dk1"/>
                </a:solidFill>
              </a:defRPr>
            </a:lvl1pPr>
            <a:lvl2pPr marL="914400" lvl="1" indent="-228600" algn="l">
              <a:lnSpc>
                <a:spcPct val="110000"/>
              </a:lnSpc>
              <a:spcBef>
                <a:spcPts val="600"/>
              </a:spcBef>
              <a:spcAft>
                <a:spcPts val="0"/>
              </a:spcAft>
              <a:buClr>
                <a:srgbClr val="888888"/>
              </a:buClr>
              <a:buSzPts val="1653"/>
              <a:buNone/>
              <a:defRPr sz="1653">
                <a:solidFill>
                  <a:srgbClr val="888888"/>
                </a:solidFill>
              </a:defRPr>
            </a:lvl2pPr>
            <a:lvl3pPr marL="1371600" lvl="2" indent="-228600" algn="l">
              <a:lnSpc>
                <a:spcPct val="110000"/>
              </a:lnSpc>
              <a:spcBef>
                <a:spcPts val="1000"/>
              </a:spcBef>
              <a:spcAft>
                <a:spcPts val="0"/>
              </a:spcAft>
              <a:buClr>
                <a:srgbClr val="888888"/>
              </a:buClr>
              <a:buSzPts val="1488"/>
              <a:buNone/>
              <a:defRPr sz="1488">
                <a:solidFill>
                  <a:srgbClr val="888888"/>
                </a:solidFill>
              </a:defRPr>
            </a:lvl3pPr>
            <a:lvl4pPr marL="1828800" lvl="3" indent="-228600" algn="l">
              <a:lnSpc>
                <a:spcPct val="110000"/>
              </a:lnSpc>
              <a:spcBef>
                <a:spcPts val="1000"/>
              </a:spcBef>
              <a:spcAft>
                <a:spcPts val="0"/>
              </a:spcAft>
              <a:buClr>
                <a:srgbClr val="888888"/>
              </a:buClr>
              <a:buSzPts val="1323"/>
              <a:buNone/>
              <a:defRPr sz="1323">
                <a:solidFill>
                  <a:srgbClr val="888888"/>
                </a:solidFill>
              </a:defRPr>
            </a:lvl4pPr>
            <a:lvl5pPr marL="2286000" lvl="4" indent="-228600" algn="l">
              <a:lnSpc>
                <a:spcPct val="110000"/>
              </a:lnSpc>
              <a:spcBef>
                <a:spcPts val="1000"/>
              </a:spcBef>
              <a:spcAft>
                <a:spcPts val="0"/>
              </a:spcAft>
              <a:buClr>
                <a:srgbClr val="888888"/>
              </a:buClr>
              <a:buSzPts val="1323"/>
              <a:buNone/>
              <a:defRPr sz="1323">
                <a:solidFill>
                  <a:srgbClr val="888888"/>
                </a:solidFill>
              </a:defRPr>
            </a:lvl5pPr>
            <a:lvl6pPr marL="2743200" lvl="5" indent="-228600" algn="l">
              <a:lnSpc>
                <a:spcPct val="90000"/>
              </a:lnSpc>
              <a:spcBef>
                <a:spcPts val="1000"/>
              </a:spcBef>
              <a:spcAft>
                <a:spcPts val="0"/>
              </a:spcAft>
              <a:buClr>
                <a:srgbClr val="888888"/>
              </a:buClr>
              <a:buSzPts val="1323"/>
              <a:buNone/>
              <a:defRPr sz="1323">
                <a:solidFill>
                  <a:srgbClr val="888888"/>
                </a:solidFill>
              </a:defRPr>
            </a:lvl6pPr>
            <a:lvl7pPr marL="3200400" lvl="6" indent="-228600" algn="l">
              <a:lnSpc>
                <a:spcPct val="90000"/>
              </a:lnSpc>
              <a:spcBef>
                <a:spcPts val="900"/>
              </a:spcBef>
              <a:spcAft>
                <a:spcPts val="0"/>
              </a:spcAft>
              <a:buClr>
                <a:srgbClr val="888888"/>
              </a:buClr>
              <a:buSzPts val="1323"/>
              <a:buNone/>
              <a:defRPr sz="1323">
                <a:solidFill>
                  <a:srgbClr val="888888"/>
                </a:solidFill>
              </a:defRPr>
            </a:lvl7pPr>
            <a:lvl8pPr marL="3657600" lvl="7" indent="-228600" algn="l">
              <a:lnSpc>
                <a:spcPct val="90000"/>
              </a:lnSpc>
              <a:spcBef>
                <a:spcPts val="900"/>
              </a:spcBef>
              <a:spcAft>
                <a:spcPts val="0"/>
              </a:spcAft>
              <a:buClr>
                <a:srgbClr val="888888"/>
              </a:buClr>
              <a:buSzPts val="1323"/>
              <a:buNone/>
              <a:defRPr sz="1323">
                <a:solidFill>
                  <a:srgbClr val="888888"/>
                </a:solidFill>
              </a:defRPr>
            </a:lvl8pPr>
            <a:lvl9pPr marL="4114800" lvl="8" indent="-228600" algn="l">
              <a:lnSpc>
                <a:spcPct val="90000"/>
              </a:lnSpc>
              <a:spcBef>
                <a:spcPts val="900"/>
              </a:spcBef>
              <a:spcAft>
                <a:spcPts val="900"/>
              </a:spcAft>
              <a:buClr>
                <a:srgbClr val="888888"/>
              </a:buClr>
              <a:buSzPts val="1323"/>
              <a:buNone/>
              <a:defRPr sz="1323">
                <a:solidFill>
                  <a:srgbClr val="888888"/>
                </a:solidFill>
              </a:defRPr>
            </a:lvl9pPr>
          </a:lstStyle>
          <a:p>
            <a:endParaRPr/>
          </a:p>
        </p:txBody>
      </p:sp>
      <p:sp>
        <p:nvSpPr>
          <p:cNvPr id="26" name="Google Shape;26;p10"/>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7"/>
        <p:cNvGrpSpPr/>
        <p:nvPr/>
      </p:nvGrpSpPr>
      <p:grpSpPr>
        <a:xfrm>
          <a:off x="0" y="0"/>
          <a:ext cx="0" cy="0"/>
          <a:chOff x="0" y="0"/>
          <a:chExt cx="0" cy="0"/>
        </a:xfrm>
      </p:grpSpPr>
      <p:sp>
        <p:nvSpPr>
          <p:cNvPr id="28" name="Google Shape;28;p11"/>
          <p:cNvSpPr txBox="1">
            <a:spLocks noGrp="1"/>
          </p:cNvSpPr>
          <p:nvPr>
            <p:ph type="title"/>
          </p:nvPr>
        </p:nvSpPr>
        <p:spPr>
          <a:xfrm>
            <a:off x="520712" y="569242"/>
            <a:ext cx="6520220" cy="206659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1"/>
          <p:cNvSpPr txBox="1">
            <a:spLocks noGrp="1"/>
          </p:cNvSpPr>
          <p:nvPr>
            <p:ph type="body" idx="1"/>
          </p:nvPr>
        </p:nvSpPr>
        <p:spPr>
          <a:xfrm>
            <a:off x="520713" y="2620980"/>
            <a:ext cx="3198096" cy="1284502"/>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984"/>
              <a:buNone/>
              <a:defRPr sz="1984" b="1"/>
            </a:lvl1pPr>
            <a:lvl2pPr marL="914400" lvl="1" indent="-228600" algn="l">
              <a:lnSpc>
                <a:spcPct val="110000"/>
              </a:lnSpc>
              <a:spcBef>
                <a:spcPts val="600"/>
              </a:spcBef>
              <a:spcAft>
                <a:spcPts val="0"/>
              </a:spcAft>
              <a:buClr>
                <a:schemeClr val="dk1"/>
              </a:buClr>
              <a:buSzPts val="1200"/>
              <a:buNone/>
              <a:defRPr sz="1200"/>
            </a:lvl2pPr>
            <a:lvl3pPr marL="1371600" lvl="2" indent="-228600" algn="l">
              <a:lnSpc>
                <a:spcPct val="110000"/>
              </a:lnSpc>
              <a:spcBef>
                <a:spcPts val="1000"/>
              </a:spcBef>
              <a:spcAft>
                <a:spcPts val="0"/>
              </a:spcAft>
              <a:buClr>
                <a:schemeClr val="dk1"/>
              </a:buClr>
              <a:buSzPts val="1200"/>
              <a:buNone/>
              <a:defRPr sz="1200"/>
            </a:lvl3pPr>
            <a:lvl4pPr marL="1828800" lvl="3" indent="-228600" algn="l">
              <a:lnSpc>
                <a:spcPct val="110000"/>
              </a:lnSpc>
              <a:spcBef>
                <a:spcPts val="1000"/>
              </a:spcBef>
              <a:spcAft>
                <a:spcPts val="0"/>
              </a:spcAft>
              <a:buClr>
                <a:schemeClr val="dk1"/>
              </a:buClr>
              <a:buSzPts val="1200"/>
              <a:buNone/>
              <a:defRPr sz="1200"/>
            </a:lvl4pPr>
            <a:lvl5pPr marL="2286000" lvl="4" indent="-228600" algn="l">
              <a:lnSpc>
                <a:spcPct val="110000"/>
              </a:lnSpc>
              <a:spcBef>
                <a:spcPts val="1000"/>
              </a:spcBef>
              <a:spcAft>
                <a:spcPts val="0"/>
              </a:spcAft>
              <a:buClr>
                <a:schemeClr val="dk1"/>
              </a:buClr>
              <a:buSzPts val="1200"/>
              <a:buNone/>
              <a:defRPr sz="1200"/>
            </a:lvl5pPr>
            <a:lvl6pPr marL="2743200" lvl="5" indent="-228600" algn="l">
              <a:lnSpc>
                <a:spcPct val="90000"/>
              </a:lnSpc>
              <a:spcBef>
                <a:spcPts val="1000"/>
              </a:spcBef>
              <a:spcAft>
                <a:spcPts val="0"/>
              </a:spcAft>
              <a:buClr>
                <a:schemeClr val="dk1"/>
              </a:buClr>
              <a:buSzPts val="1200"/>
              <a:buNone/>
              <a:defRPr sz="1200"/>
            </a:lvl6pPr>
            <a:lvl7pPr marL="3200400" lvl="6" indent="-228600" algn="l">
              <a:lnSpc>
                <a:spcPct val="90000"/>
              </a:lnSpc>
              <a:spcBef>
                <a:spcPts val="900"/>
              </a:spcBef>
              <a:spcAft>
                <a:spcPts val="0"/>
              </a:spcAft>
              <a:buClr>
                <a:schemeClr val="dk1"/>
              </a:buClr>
              <a:buSzPts val="1200"/>
              <a:buNone/>
              <a:defRPr sz="1200"/>
            </a:lvl7pPr>
            <a:lvl8pPr marL="3657600" lvl="7" indent="-228600" algn="l">
              <a:lnSpc>
                <a:spcPct val="90000"/>
              </a:lnSpc>
              <a:spcBef>
                <a:spcPts val="900"/>
              </a:spcBef>
              <a:spcAft>
                <a:spcPts val="0"/>
              </a:spcAft>
              <a:buClr>
                <a:schemeClr val="dk1"/>
              </a:buClr>
              <a:buSzPts val="1200"/>
              <a:buNone/>
              <a:defRPr sz="1200"/>
            </a:lvl8pPr>
            <a:lvl9pPr marL="4114800" lvl="8" indent="-228600" algn="l">
              <a:lnSpc>
                <a:spcPct val="90000"/>
              </a:lnSpc>
              <a:spcBef>
                <a:spcPts val="900"/>
              </a:spcBef>
              <a:spcAft>
                <a:spcPts val="900"/>
              </a:spcAft>
              <a:buClr>
                <a:schemeClr val="dk1"/>
              </a:buClr>
              <a:buSzPts val="1200"/>
              <a:buNone/>
              <a:defRPr sz="1200"/>
            </a:lvl9pPr>
          </a:lstStyle>
          <a:p>
            <a:endParaRPr/>
          </a:p>
        </p:txBody>
      </p:sp>
      <p:sp>
        <p:nvSpPr>
          <p:cNvPr id="30" name="Google Shape;30;p11"/>
          <p:cNvSpPr txBox="1">
            <a:spLocks noGrp="1"/>
          </p:cNvSpPr>
          <p:nvPr>
            <p:ph type="body" idx="2"/>
          </p:nvPr>
        </p:nvSpPr>
        <p:spPr>
          <a:xfrm>
            <a:off x="520713" y="3905482"/>
            <a:ext cx="3198096" cy="5744375"/>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800"/>
              <a:buNone/>
              <a:defRPr/>
            </a:lvl1pPr>
            <a:lvl2pPr marL="914400" lvl="1" indent="-228600" algn="l">
              <a:lnSpc>
                <a:spcPct val="110000"/>
              </a:lnSpc>
              <a:spcBef>
                <a:spcPts val="600"/>
              </a:spcBef>
              <a:spcAft>
                <a:spcPts val="0"/>
              </a:spcAft>
              <a:buClr>
                <a:schemeClr val="dk1"/>
              </a:buClr>
              <a:buSzPts val="950"/>
              <a:buNone/>
              <a:defRPr/>
            </a:lvl2pPr>
            <a:lvl3pPr marL="1371600" lvl="2" indent="-288925" algn="l">
              <a:lnSpc>
                <a:spcPct val="110000"/>
              </a:lnSpc>
              <a:spcBef>
                <a:spcPts val="1000"/>
              </a:spcBef>
              <a:spcAft>
                <a:spcPts val="0"/>
              </a:spcAft>
              <a:buClr>
                <a:schemeClr val="dk1"/>
              </a:buClr>
              <a:buSzPts val="950"/>
              <a:buChar char="•"/>
              <a:defRPr/>
            </a:lvl3pPr>
            <a:lvl4pPr marL="1828800" lvl="3" indent="-288925" algn="l">
              <a:lnSpc>
                <a:spcPct val="110000"/>
              </a:lnSpc>
              <a:spcBef>
                <a:spcPts val="1000"/>
              </a:spcBef>
              <a:spcAft>
                <a:spcPts val="0"/>
              </a:spcAft>
              <a:buClr>
                <a:schemeClr val="dk1"/>
              </a:buClr>
              <a:buSzPts val="950"/>
              <a:buChar char="‒"/>
              <a:defRPr/>
            </a:lvl4pPr>
            <a:lvl5pPr marL="2286000" lvl="4" indent="-288925" algn="l">
              <a:lnSpc>
                <a:spcPct val="110000"/>
              </a:lnSpc>
              <a:spcBef>
                <a:spcPts val="1000"/>
              </a:spcBef>
              <a:spcAft>
                <a:spcPts val="0"/>
              </a:spcAft>
              <a:buClr>
                <a:schemeClr val="dk1"/>
              </a:buClr>
              <a:buSzPts val="950"/>
              <a:buChar char="•"/>
              <a:defRPr/>
            </a:lvl5pPr>
            <a:lvl6pPr marL="2743200" lvl="5" indent="-288925" algn="l">
              <a:lnSpc>
                <a:spcPct val="90000"/>
              </a:lnSpc>
              <a:spcBef>
                <a:spcPts val="1000"/>
              </a:spcBef>
              <a:spcAft>
                <a:spcPts val="0"/>
              </a:spcAft>
              <a:buClr>
                <a:schemeClr val="dk1"/>
              </a:buClr>
              <a:buSzPts val="950"/>
              <a:buChar char="•"/>
              <a:defRPr/>
            </a:lvl6pPr>
            <a:lvl7pPr marL="3200400" lvl="6" indent="-288925" algn="l">
              <a:lnSpc>
                <a:spcPct val="90000"/>
              </a:lnSpc>
              <a:spcBef>
                <a:spcPts val="900"/>
              </a:spcBef>
              <a:spcAft>
                <a:spcPts val="0"/>
              </a:spcAft>
              <a:buClr>
                <a:schemeClr val="dk1"/>
              </a:buClr>
              <a:buSzPts val="950"/>
              <a:buChar char="•"/>
              <a:defRPr/>
            </a:lvl7pPr>
            <a:lvl8pPr marL="3657600" lvl="7" indent="-288925" algn="l">
              <a:lnSpc>
                <a:spcPct val="90000"/>
              </a:lnSpc>
              <a:spcBef>
                <a:spcPts val="900"/>
              </a:spcBef>
              <a:spcAft>
                <a:spcPts val="0"/>
              </a:spcAft>
              <a:buClr>
                <a:schemeClr val="dk1"/>
              </a:buClr>
              <a:buSzPts val="950"/>
              <a:buChar char="•"/>
              <a:defRPr/>
            </a:lvl8pPr>
            <a:lvl9pPr marL="4114800" lvl="8" indent="-288925" algn="l">
              <a:lnSpc>
                <a:spcPct val="90000"/>
              </a:lnSpc>
              <a:spcBef>
                <a:spcPts val="900"/>
              </a:spcBef>
              <a:spcAft>
                <a:spcPts val="900"/>
              </a:spcAft>
              <a:buClr>
                <a:schemeClr val="dk1"/>
              </a:buClr>
              <a:buSzPts val="950"/>
              <a:buChar char="•"/>
              <a:defRPr/>
            </a:lvl9pPr>
          </a:lstStyle>
          <a:p>
            <a:endParaRPr/>
          </a:p>
        </p:txBody>
      </p:sp>
      <p:sp>
        <p:nvSpPr>
          <p:cNvPr id="31" name="Google Shape;31;p11"/>
          <p:cNvSpPr txBox="1">
            <a:spLocks noGrp="1"/>
          </p:cNvSpPr>
          <p:nvPr>
            <p:ph type="body" idx="3"/>
          </p:nvPr>
        </p:nvSpPr>
        <p:spPr>
          <a:xfrm>
            <a:off x="3827086" y="2620980"/>
            <a:ext cx="3213847" cy="1284502"/>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984"/>
              <a:buNone/>
              <a:defRPr sz="1984" b="1"/>
            </a:lvl1pPr>
            <a:lvl2pPr marL="914400" lvl="1" indent="-228600" algn="l">
              <a:lnSpc>
                <a:spcPct val="110000"/>
              </a:lnSpc>
              <a:spcBef>
                <a:spcPts val="600"/>
              </a:spcBef>
              <a:spcAft>
                <a:spcPts val="0"/>
              </a:spcAft>
              <a:buClr>
                <a:schemeClr val="dk1"/>
              </a:buClr>
              <a:buSzPts val="1200"/>
              <a:buNone/>
              <a:defRPr sz="1200"/>
            </a:lvl2pPr>
            <a:lvl3pPr marL="1371600" lvl="2" indent="-228600" algn="l">
              <a:lnSpc>
                <a:spcPct val="110000"/>
              </a:lnSpc>
              <a:spcBef>
                <a:spcPts val="1000"/>
              </a:spcBef>
              <a:spcAft>
                <a:spcPts val="0"/>
              </a:spcAft>
              <a:buClr>
                <a:schemeClr val="dk1"/>
              </a:buClr>
              <a:buSzPts val="1200"/>
              <a:buNone/>
              <a:defRPr sz="1200"/>
            </a:lvl3pPr>
            <a:lvl4pPr marL="1828800" lvl="3" indent="-228600" algn="l">
              <a:lnSpc>
                <a:spcPct val="110000"/>
              </a:lnSpc>
              <a:spcBef>
                <a:spcPts val="1000"/>
              </a:spcBef>
              <a:spcAft>
                <a:spcPts val="0"/>
              </a:spcAft>
              <a:buClr>
                <a:schemeClr val="dk1"/>
              </a:buClr>
              <a:buSzPts val="1200"/>
              <a:buNone/>
              <a:defRPr sz="1200"/>
            </a:lvl4pPr>
            <a:lvl5pPr marL="2286000" lvl="4" indent="-228600" algn="l">
              <a:lnSpc>
                <a:spcPct val="110000"/>
              </a:lnSpc>
              <a:spcBef>
                <a:spcPts val="1000"/>
              </a:spcBef>
              <a:spcAft>
                <a:spcPts val="0"/>
              </a:spcAft>
              <a:buClr>
                <a:schemeClr val="dk1"/>
              </a:buClr>
              <a:buSzPts val="1200"/>
              <a:buNone/>
              <a:defRPr sz="1200"/>
            </a:lvl5pPr>
            <a:lvl6pPr marL="2743200" lvl="5" indent="-228600" algn="l">
              <a:lnSpc>
                <a:spcPct val="90000"/>
              </a:lnSpc>
              <a:spcBef>
                <a:spcPts val="1000"/>
              </a:spcBef>
              <a:spcAft>
                <a:spcPts val="0"/>
              </a:spcAft>
              <a:buClr>
                <a:schemeClr val="dk1"/>
              </a:buClr>
              <a:buSzPts val="1200"/>
              <a:buNone/>
              <a:defRPr sz="1200"/>
            </a:lvl6pPr>
            <a:lvl7pPr marL="3200400" lvl="6" indent="-228600" algn="l">
              <a:lnSpc>
                <a:spcPct val="90000"/>
              </a:lnSpc>
              <a:spcBef>
                <a:spcPts val="900"/>
              </a:spcBef>
              <a:spcAft>
                <a:spcPts val="0"/>
              </a:spcAft>
              <a:buClr>
                <a:schemeClr val="dk1"/>
              </a:buClr>
              <a:buSzPts val="1200"/>
              <a:buNone/>
              <a:defRPr sz="1200"/>
            </a:lvl7pPr>
            <a:lvl8pPr marL="3657600" lvl="7" indent="-228600" algn="l">
              <a:lnSpc>
                <a:spcPct val="90000"/>
              </a:lnSpc>
              <a:spcBef>
                <a:spcPts val="900"/>
              </a:spcBef>
              <a:spcAft>
                <a:spcPts val="0"/>
              </a:spcAft>
              <a:buClr>
                <a:schemeClr val="dk1"/>
              </a:buClr>
              <a:buSzPts val="1200"/>
              <a:buNone/>
              <a:defRPr sz="1200"/>
            </a:lvl8pPr>
            <a:lvl9pPr marL="4114800" lvl="8" indent="-228600" algn="l">
              <a:lnSpc>
                <a:spcPct val="90000"/>
              </a:lnSpc>
              <a:spcBef>
                <a:spcPts val="900"/>
              </a:spcBef>
              <a:spcAft>
                <a:spcPts val="900"/>
              </a:spcAft>
              <a:buClr>
                <a:schemeClr val="dk1"/>
              </a:buClr>
              <a:buSzPts val="1200"/>
              <a:buNone/>
              <a:defRPr sz="1200"/>
            </a:lvl9pPr>
          </a:lstStyle>
          <a:p>
            <a:endParaRPr/>
          </a:p>
        </p:txBody>
      </p:sp>
      <p:sp>
        <p:nvSpPr>
          <p:cNvPr id="32" name="Google Shape;32;p11"/>
          <p:cNvSpPr txBox="1">
            <a:spLocks noGrp="1"/>
          </p:cNvSpPr>
          <p:nvPr>
            <p:ph type="body" idx="4"/>
          </p:nvPr>
        </p:nvSpPr>
        <p:spPr>
          <a:xfrm>
            <a:off x="3827086" y="3905482"/>
            <a:ext cx="3213847" cy="5744375"/>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800"/>
              <a:buNone/>
              <a:defRPr/>
            </a:lvl1pPr>
            <a:lvl2pPr marL="914400" lvl="1" indent="-228600" algn="l">
              <a:lnSpc>
                <a:spcPct val="110000"/>
              </a:lnSpc>
              <a:spcBef>
                <a:spcPts val="600"/>
              </a:spcBef>
              <a:spcAft>
                <a:spcPts val="0"/>
              </a:spcAft>
              <a:buClr>
                <a:schemeClr val="dk1"/>
              </a:buClr>
              <a:buSzPts val="950"/>
              <a:buNone/>
              <a:defRPr/>
            </a:lvl2pPr>
            <a:lvl3pPr marL="1371600" lvl="2" indent="-288925" algn="l">
              <a:lnSpc>
                <a:spcPct val="110000"/>
              </a:lnSpc>
              <a:spcBef>
                <a:spcPts val="1000"/>
              </a:spcBef>
              <a:spcAft>
                <a:spcPts val="0"/>
              </a:spcAft>
              <a:buClr>
                <a:schemeClr val="dk1"/>
              </a:buClr>
              <a:buSzPts val="950"/>
              <a:buChar char="•"/>
              <a:defRPr/>
            </a:lvl3pPr>
            <a:lvl4pPr marL="1828800" lvl="3" indent="-288925" algn="l">
              <a:lnSpc>
                <a:spcPct val="110000"/>
              </a:lnSpc>
              <a:spcBef>
                <a:spcPts val="1000"/>
              </a:spcBef>
              <a:spcAft>
                <a:spcPts val="0"/>
              </a:spcAft>
              <a:buClr>
                <a:schemeClr val="dk1"/>
              </a:buClr>
              <a:buSzPts val="950"/>
              <a:buChar char="‒"/>
              <a:defRPr/>
            </a:lvl4pPr>
            <a:lvl5pPr marL="2286000" lvl="4" indent="-288925" algn="l">
              <a:lnSpc>
                <a:spcPct val="110000"/>
              </a:lnSpc>
              <a:spcBef>
                <a:spcPts val="1000"/>
              </a:spcBef>
              <a:spcAft>
                <a:spcPts val="0"/>
              </a:spcAft>
              <a:buClr>
                <a:schemeClr val="dk1"/>
              </a:buClr>
              <a:buSzPts val="950"/>
              <a:buChar char="•"/>
              <a:defRPr/>
            </a:lvl5pPr>
            <a:lvl6pPr marL="2743200" lvl="5" indent="-288925" algn="l">
              <a:lnSpc>
                <a:spcPct val="90000"/>
              </a:lnSpc>
              <a:spcBef>
                <a:spcPts val="1000"/>
              </a:spcBef>
              <a:spcAft>
                <a:spcPts val="0"/>
              </a:spcAft>
              <a:buClr>
                <a:schemeClr val="dk1"/>
              </a:buClr>
              <a:buSzPts val="950"/>
              <a:buChar char="•"/>
              <a:defRPr/>
            </a:lvl6pPr>
            <a:lvl7pPr marL="3200400" lvl="6" indent="-288925" algn="l">
              <a:lnSpc>
                <a:spcPct val="90000"/>
              </a:lnSpc>
              <a:spcBef>
                <a:spcPts val="900"/>
              </a:spcBef>
              <a:spcAft>
                <a:spcPts val="0"/>
              </a:spcAft>
              <a:buClr>
                <a:schemeClr val="dk1"/>
              </a:buClr>
              <a:buSzPts val="950"/>
              <a:buChar char="•"/>
              <a:defRPr/>
            </a:lvl7pPr>
            <a:lvl8pPr marL="3657600" lvl="7" indent="-288925" algn="l">
              <a:lnSpc>
                <a:spcPct val="90000"/>
              </a:lnSpc>
              <a:spcBef>
                <a:spcPts val="900"/>
              </a:spcBef>
              <a:spcAft>
                <a:spcPts val="0"/>
              </a:spcAft>
              <a:buClr>
                <a:schemeClr val="dk1"/>
              </a:buClr>
              <a:buSzPts val="950"/>
              <a:buChar char="•"/>
              <a:defRPr/>
            </a:lvl8pPr>
            <a:lvl9pPr marL="4114800" lvl="8" indent="-288925" algn="l">
              <a:lnSpc>
                <a:spcPct val="90000"/>
              </a:lnSpc>
              <a:spcBef>
                <a:spcPts val="900"/>
              </a:spcBef>
              <a:spcAft>
                <a:spcPts val="900"/>
              </a:spcAft>
              <a:buClr>
                <a:schemeClr val="dk1"/>
              </a:buClr>
              <a:buSzPts val="950"/>
              <a:buChar char="•"/>
              <a:defRPr/>
            </a:lvl9pPr>
          </a:lstStyle>
          <a:p>
            <a:endParaRPr/>
          </a:p>
        </p:txBody>
      </p:sp>
      <p:sp>
        <p:nvSpPr>
          <p:cNvPr id="33" name="Google Shape;33;p11"/>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 with image">
  <p:cSld name="Two column with image">
    <p:spTree>
      <p:nvGrpSpPr>
        <p:cNvPr id="1" name="Shape 34"/>
        <p:cNvGrpSpPr/>
        <p:nvPr/>
      </p:nvGrpSpPr>
      <p:grpSpPr>
        <a:xfrm>
          <a:off x="0" y="0"/>
          <a:ext cx="0" cy="0"/>
          <a:chOff x="0" y="0"/>
          <a:chExt cx="0" cy="0"/>
        </a:xfrm>
      </p:grpSpPr>
      <p:sp>
        <p:nvSpPr>
          <p:cNvPr id="35" name="Google Shape;35;p12"/>
          <p:cNvSpPr txBox="1">
            <a:spLocks noGrp="1"/>
          </p:cNvSpPr>
          <p:nvPr>
            <p:ph type="title"/>
          </p:nvPr>
        </p:nvSpPr>
        <p:spPr>
          <a:xfrm>
            <a:off x="519728" y="569242"/>
            <a:ext cx="6520220" cy="82412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2"/>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a:t>
            </a:fld>
            <a:endParaRPr/>
          </a:p>
        </p:txBody>
      </p:sp>
      <p:sp>
        <p:nvSpPr>
          <p:cNvPr id="37" name="Google Shape;37;p12"/>
          <p:cNvSpPr txBox="1">
            <a:spLocks noGrp="1"/>
          </p:cNvSpPr>
          <p:nvPr>
            <p:ph type="body" idx="1"/>
          </p:nvPr>
        </p:nvSpPr>
        <p:spPr>
          <a:xfrm>
            <a:off x="520713" y="3905482"/>
            <a:ext cx="3079737" cy="1827661"/>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800"/>
              <a:buNone/>
              <a:defRPr/>
            </a:lvl1pPr>
            <a:lvl2pPr marL="914400" lvl="1" indent="-228600" algn="l">
              <a:lnSpc>
                <a:spcPct val="110000"/>
              </a:lnSpc>
              <a:spcBef>
                <a:spcPts val="600"/>
              </a:spcBef>
              <a:spcAft>
                <a:spcPts val="0"/>
              </a:spcAft>
              <a:buClr>
                <a:schemeClr val="dk1"/>
              </a:buClr>
              <a:buSzPts val="950"/>
              <a:buNone/>
              <a:defRPr/>
            </a:lvl2pPr>
            <a:lvl3pPr marL="1371600" lvl="2" indent="-288925" algn="l">
              <a:lnSpc>
                <a:spcPct val="110000"/>
              </a:lnSpc>
              <a:spcBef>
                <a:spcPts val="1000"/>
              </a:spcBef>
              <a:spcAft>
                <a:spcPts val="0"/>
              </a:spcAft>
              <a:buClr>
                <a:schemeClr val="dk1"/>
              </a:buClr>
              <a:buSzPts val="950"/>
              <a:buChar char="•"/>
              <a:defRPr/>
            </a:lvl3pPr>
            <a:lvl4pPr marL="1828800" lvl="3" indent="-288925" algn="l">
              <a:lnSpc>
                <a:spcPct val="110000"/>
              </a:lnSpc>
              <a:spcBef>
                <a:spcPts val="1000"/>
              </a:spcBef>
              <a:spcAft>
                <a:spcPts val="0"/>
              </a:spcAft>
              <a:buClr>
                <a:schemeClr val="dk1"/>
              </a:buClr>
              <a:buSzPts val="950"/>
              <a:buChar char="‒"/>
              <a:defRPr/>
            </a:lvl4pPr>
            <a:lvl5pPr marL="2286000" lvl="4" indent="-288925" algn="l">
              <a:lnSpc>
                <a:spcPct val="110000"/>
              </a:lnSpc>
              <a:spcBef>
                <a:spcPts val="1000"/>
              </a:spcBef>
              <a:spcAft>
                <a:spcPts val="0"/>
              </a:spcAft>
              <a:buClr>
                <a:schemeClr val="dk1"/>
              </a:buClr>
              <a:buSzPts val="950"/>
              <a:buChar char="•"/>
              <a:defRPr/>
            </a:lvl5pPr>
            <a:lvl6pPr marL="2743200" lvl="5" indent="-288925" algn="l">
              <a:lnSpc>
                <a:spcPct val="90000"/>
              </a:lnSpc>
              <a:spcBef>
                <a:spcPts val="1000"/>
              </a:spcBef>
              <a:spcAft>
                <a:spcPts val="0"/>
              </a:spcAft>
              <a:buClr>
                <a:schemeClr val="dk1"/>
              </a:buClr>
              <a:buSzPts val="950"/>
              <a:buChar char="•"/>
              <a:defRPr/>
            </a:lvl6pPr>
            <a:lvl7pPr marL="3200400" lvl="6" indent="-288925" algn="l">
              <a:lnSpc>
                <a:spcPct val="90000"/>
              </a:lnSpc>
              <a:spcBef>
                <a:spcPts val="900"/>
              </a:spcBef>
              <a:spcAft>
                <a:spcPts val="0"/>
              </a:spcAft>
              <a:buClr>
                <a:schemeClr val="dk1"/>
              </a:buClr>
              <a:buSzPts val="950"/>
              <a:buChar char="•"/>
              <a:defRPr/>
            </a:lvl7pPr>
            <a:lvl8pPr marL="3657600" lvl="7" indent="-288925" algn="l">
              <a:lnSpc>
                <a:spcPct val="90000"/>
              </a:lnSpc>
              <a:spcBef>
                <a:spcPts val="900"/>
              </a:spcBef>
              <a:spcAft>
                <a:spcPts val="0"/>
              </a:spcAft>
              <a:buClr>
                <a:schemeClr val="dk1"/>
              </a:buClr>
              <a:buSzPts val="950"/>
              <a:buChar char="•"/>
              <a:defRPr/>
            </a:lvl8pPr>
            <a:lvl9pPr marL="4114800" lvl="8" indent="-288925" algn="l">
              <a:lnSpc>
                <a:spcPct val="90000"/>
              </a:lnSpc>
              <a:spcBef>
                <a:spcPts val="900"/>
              </a:spcBef>
              <a:spcAft>
                <a:spcPts val="900"/>
              </a:spcAft>
              <a:buClr>
                <a:schemeClr val="dk1"/>
              </a:buClr>
              <a:buSzPts val="950"/>
              <a:buChar char="•"/>
              <a:defRPr/>
            </a:lvl9pPr>
          </a:lstStyle>
          <a:p>
            <a:endParaRPr/>
          </a:p>
        </p:txBody>
      </p:sp>
      <p:sp>
        <p:nvSpPr>
          <p:cNvPr id="38" name="Google Shape;38;p12"/>
          <p:cNvSpPr txBox="1">
            <a:spLocks noGrp="1"/>
          </p:cNvSpPr>
          <p:nvPr>
            <p:ph type="body" idx="2"/>
          </p:nvPr>
        </p:nvSpPr>
        <p:spPr>
          <a:xfrm>
            <a:off x="3959225" y="3905482"/>
            <a:ext cx="3081708" cy="1827661"/>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800"/>
              <a:buNone/>
              <a:defRPr/>
            </a:lvl1pPr>
            <a:lvl2pPr marL="914400" lvl="1" indent="-228600" algn="l">
              <a:lnSpc>
                <a:spcPct val="110000"/>
              </a:lnSpc>
              <a:spcBef>
                <a:spcPts val="600"/>
              </a:spcBef>
              <a:spcAft>
                <a:spcPts val="0"/>
              </a:spcAft>
              <a:buClr>
                <a:schemeClr val="dk1"/>
              </a:buClr>
              <a:buSzPts val="950"/>
              <a:buNone/>
              <a:defRPr/>
            </a:lvl2pPr>
            <a:lvl3pPr marL="1371600" lvl="2" indent="-288925" algn="l">
              <a:lnSpc>
                <a:spcPct val="110000"/>
              </a:lnSpc>
              <a:spcBef>
                <a:spcPts val="1000"/>
              </a:spcBef>
              <a:spcAft>
                <a:spcPts val="0"/>
              </a:spcAft>
              <a:buClr>
                <a:schemeClr val="dk1"/>
              </a:buClr>
              <a:buSzPts val="950"/>
              <a:buChar char="•"/>
              <a:defRPr/>
            </a:lvl3pPr>
            <a:lvl4pPr marL="1828800" lvl="3" indent="-288925" algn="l">
              <a:lnSpc>
                <a:spcPct val="110000"/>
              </a:lnSpc>
              <a:spcBef>
                <a:spcPts val="1000"/>
              </a:spcBef>
              <a:spcAft>
                <a:spcPts val="0"/>
              </a:spcAft>
              <a:buClr>
                <a:schemeClr val="dk1"/>
              </a:buClr>
              <a:buSzPts val="950"/>
              <a:buChar char="‒"/>
              <a:defRPr/>
            </a:lvl4pPr>
            <a:lvl5pPr marL="2286000" lvl="4" indent="-288925" algn="l">
              <a:lnSpc>
                <a:spcPct val="110000"/>
              </a:lnSpc>
              <a:spcBef>
                <a:spcPts val="1000"/>
              </a:spcBef>
              <a:spcAft>
                <a:spcPts val="0"/>
              </a:spcAft>
              <a:buClr>
                <a:schemeClr val="dk1"/>
              </a:buClr>
              <a:buSzPts val="950"/>
              <a:buChar char="•"/>
              <a:defRPr/>
            </a:lvl5pPr>
            <a:lvl6pPr marL="2743200" lvl="5" indent="-288925" algn="l">
              <a:lnSpc>
                <a:spcPct val="90000"/>
              </a:lnSpc>
              <a:spcBef>
                <a:spcPts val="1000"/>
              </a:spcBef>
              <a:spcAft>
                <a:spcPts val="0"/>
              </a:spcAft>
              <a:buClr>
                <a:schemeClr val="dk1"/>
              </a:buClr>
              <a:buSzPts val="950"/>
              <a:buChar char="•"/>
              <a:defRPr/>
            </a:lvl6pPr>
            <a:lvl7pPr marL="3200400" lvl="6" indent="-288925" algn="l">
              <a:lnSpc>
                <a:spcPct val="90000"/>
              </a:lnSpc>
              <a:spcBef>
                <a:spcPts val="900"/>
              </a:spcBef>
              <a:spcAft>
                <a:spcPts val="0"/>
              </a:spcAft>
              <a:buClr>
                <a:schemeClr val="dk1"/>
              </a:buClr>
              <a:buSzPts val="950"/>
              <a:buChar char="•"/>
              <a:defRPr/>
            </a:lvl7pPr>
            <a:lvl8pPr marL="3657600" lvl="7" indent="-288925" algn="l">
              <a:lnSpc>
                <a:spcPct val="90000"/>
              </a:lnSpc>
              <a:spcBef>
                <a:spcPts val="900"/>
              </a:spcBef>
              <a:spcAft>
                <a:spcPts val="0"/>
              </a:spcAft>
              <a:buClr>
                <a:schemeClr val="dk1"/>
              </a:buClr>
              <a:buSzPts val="950"/>
              <a:buChar char="•"/>
              <a:defRPr/>
            </a:lvl8pPr>
            <a:lvl9pPr marL="4114800" lvl="8" indent="-288925" algn="l">
              <a:lnSpc>
                <a:spcPct val="90000"/>
              </a:lnSpc>
              <a:spcBef>
                <a:spcPts val="900"/>
              </a:spcBef>
              <a:spcAft>
                <a:spcPts val="900"/>
              </a:spcAft>
              <a:buClr>
                <a:schemeClr val="dk1"/>
              </a:buClr>
              <a:buSzPts val="950"/>
              <a:buChar char="•"/>
              <a:defRPr/>
            </a:lvl9pPr>
          </a:lstStyle>
          <a:p>
            <a:endParaRPr/>
          </a:p>
        </p:txBody>
      </p:sp>
      <p:sp>
        <p:nvSpPr>
          <p:cNvPr id="39" name="Google Shape;39;p12"/>
          <p:cNvSpPr>
            <a:spLocks noGrp="1"/>
          </p:cNvSpPr>
          <p:nvPr>
            <p:ph type="pic" idx="3"/>
          </p:nvPr>
        </p:nvSpPr>
        <p:spPr>
          <a:xfrm>
            <a:off x="519112" y="1817688"/>
            <a:ext cx="3081337" cy="1724025"/>
          </a:xfrm>
          <a:prstGeom prst="rect">
            <a:avLst/>
          </a:prstGeom>
          <a:noFill/>
          <a:ln>
            <a:noFill/>
          </a:ln>
        </p:spPr>
      </p:sp>
      <p:sp>
        <p:nvSpPr>
          <p:cNvPr id="40" name="Google Shape;40;p12"/>
          <p:cNvSpPr>
            <a:spLocks noGrp="1"/>
          </p:cNvSpPr>
          <p:nvPr>
            <p:ph type="pic" idx="4"/>
          </p:nvPr>
        </p:nvSpPr>
        <p:spPr>
          <a:xfrm>
            <a:off x="3959225" y="1817688"/>
            <a:ext cx="3097213" cy="1724025"/>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hart Dark">
  <p:cSld name="Title and Chart Dark">
    <p:bg>
      <p:bgPr>
        <a:solidFill>
          <a:srgbClr val="464646"/>
        </a:solid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503238" y="557213"/>
            <a:ext cx="6536709" cy="134684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800"/>
              <a:buFont typeface="Georgia"/>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3"/>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a:t>
            </a:fld>
            <a:endParaRPr/>
          </a:p>
        </p:txBody>
      </p:sp>
      <p:sp>
        <p:nvSpPr>
          <p:cNvPr id="44" name="Google Shape;44;p13"/>
          <p:cNvSpPr/>
          <p:nvPr/>
        </p:nvSpPr>
        <p:spPr>
          <a:xfrm>
            <a:off x="503318" y="10192624"/>
            <a:ext cx="2481300" cy="2001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419" sz="700" b="0" i="0" u="none" strike="noStrike" cap="none">
                <a:solidFill>
                  <a:schemeClr val="lt1"/>
                </a:solidFill>
                <a:latin typeface="Arial"/>
                <a:ea typeface="Arial"/>
                <a:cs typeface="Arial"/>
                <a:sym typeface="Arial"/>
              </a:rPr>
              <a:t>PwC  |  Report title</a:t>
            </a:r>
            <a:endParaRPr sz="700" b="0" i="0" u="none" strike="noStrike" cap="non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519728" y="569242"/>
            <a:ext cx="6520220" cy="824129"/>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519728" y="1817688"/>
            <a:ext cx="6520220" cy="7812369"/>
          </a:xfrm>
          <a:prstGeom prst="rect">
            <a:avLst/>
          </a:prstGeom>
          <a:noFill/>
          <a:ln>
            <a:noFill/>
          </a:ln>
        </p:spPr>
        <p:txBody>
          <a:bodyPr spcFirstLastPara="1" wrap="square" lIns="0" tIns="45700" rIns="91425" bIns="45700" anchor="t" anchorCtr="0">
            <a:noAutofit/>
          </a:bodyPr>
          <a:lstStyle>
            <a:lvl1pPr marL="457200" marR="0" lvl="0" indent="-228600" algn="l" rtl="0">
              <a:lnSpc>
                <a:spcPct val="100000"/>
              </a:lnSpc>
              <a:spcBef>
                <a:spcPts val="0"/>
              </a:spcBef>
              <a:spcAft>
                <a:spcPts val="0"/>
              </a:spcAft>
              <a:buClr>
                <a:schemeClr val="accent3"/>
              </a:buClr>
              <a:buSzPts val="1200"/>
              <a:buFont typeface="Arial"/>
              <a:buNone/>
              <a:defRPr sz="1200" b="1" i="0" u="none" strike="noStrike" cap="none">
                <a:solidFill>
                  <a:schemeClr val="accent3"/>
                </a:solidFill>
                <a:latin typeface="Arial"/>
                <a:ea typeface="Arial"/>
                <a:cs typeface="Arial"/>
                <a:sym typeface="Arial"/>
              </a:defRPr>
            </a:lvl1pPr>
            <a:lvl2pPr marL="914400" marR="0" lvl="1" indent="-228600" algn="l" rtl="0">
              <a:lnSpc>
                <a:spcPct val="100000"/>
              </a:lnSpc>
              <a:spcBef>
                <a:spcPts val="900"/>
              </a:spcBef>
              <a:spcAft>
                <a:spcPts val="0"/>
              </a:spcAft>
              <a:buClr>
                <a:schemeClr val="dk1"/>
              </a:buClr>
              <a:buSzPts val="950"/>
              <a:buFont typeface="Arial"/>
              <a:buNone/>
              <a:defRPr sz="950" b="0" i="0" u="none" strike="noStrike" cap="none">
                <a:solidFill>
                  <a:schemeClr val="dk1"/>
                </a:solidFill>
                <a:latin typeface="Arial"/>
                <a:ea typeface="Arial"/>
                <a:cs typeface="Arial"/>
                <a:sym typeface="Arial"/>
              </a:defRPr>
            </a:lvl2pPr>
            <a:lvl3pPr marL="1371600" marR="0" lvl="2" indent="-288925" algn="l" rtl="0">
              <a:lnSpc>
                <a:spcPct val="100000"/>
              </a:lnSpc>
              <a:spcBef>
                <a:spcPts val="900"/>
              </a:spcBef>
              <a:spcAft>
                <a:spcPts val="0"/>
              </a:spcAft>
              <a:buClr>
                <a:schemeClr val="dk1"/>
              </a:buClr>
              <a:buSzPts val="950"/>
              <a:buFont typeface="Arial"/>
              <a:buChar char="•"/>
              <a:defRPr sz="950" b="0" i="0" u="none" strike="noStrike" cap="none">
                <a:solidFill>
                  <a:schemeClr val="dk1"/>
                </a:solidFill>
                <a:latin typeface="Arial"/>
                <a:ea typeface="Arial"/>
                <a:cs typeface="Arial"/>
                <a:sym typeface="Arial"/>
              </a:defRPr>
            </a:lvl3pPr>
            <a:lvl4pPr marL="1828800" marR="0" lvl="3" indent="-288925" algn="l" rtl="0">
              <a:lnSpc>
                <a:spcPct val="100000"/>
              </a:lnSpc>
              <a:spcBef>
                <a:spcPts val="900"/>
              </a:spcBef>
              <a:spcAft>
                <a:spcPts val="0"/>
              </a:spcAft>
              <a:buClr>
                <a:schemeClr val="dk1"/>
              </a:buClr>
              <a:buSzPts val="950"/>
              <a:buFont typeface="Arial"/>
              <a:buChar char="‒"/>
              <a:defRPr sz="950" b="0" i="0" u="none" strike="noStrike" cap="none">
                <a:solidFill>
                  <a:schemeClr val="dk1"/>
                </a:solidFill>
                <a:latin typeface="Arial"/>
                <a:ea typeface="Arial"/>
                <a:cs typeface="Arial"/>
                <a:sym typeface="Arial"/>
              </a:defRPr>
            </a:lvl4pPr>
            <a:lvl5pPr marL="2286000" marR="0" lvl="4" indent="-288925" algn="l" rtl="0">
              <a:lnSpc>
                <a:spcPct val="100000"/>
              </a:lnSpc>
              <a:spcBef>
                <a:spcPts val="900"/>
              </a:spcBef>
              <a:spcAft>
                <a:spcPts val="0"/>
              </a:spcAft>
              <a:buClr>
                <a:schemeClr val="dk1"/>
              </a:buClr>
              <a:buSzPts val="950"/>
              <a:buFont typeface="Arial"/>
              <a:buChar char="•"/>
              <a:defRPr sz="950" b="0" i="0" u="none" strike="noStrike" cap="none">
                <a:solidFill>
                  <a:schemeClr val="dk1"/>
                </a:solidFill>
                <a:latin typeface="Arial"/>
                <a:ea typeface="Arial"/>
                <a:cs typeface="Arial"/>
                <a:sym typeface="Arial"/>
              </a:defRPr>
            </a:lvl5pPr>
            <a:lvl6pPr marL="2743200" marR="0" lvl="5" indent="-288925" algn="l" rtl="0">
              <a:lnSpc>
                <a:spcPct val="100000"/>
              </a:lnSpc>
              <a:spcBef>
                <a:spcPts val="900"/>
              </a:spcBef>
              <a:spcAft>
                <a:spcPts val="0"/>
              </a:spcAft>
              <a:buClr>
                <a:schemeClr val="dk1"/>
              </a:buClr>
              <a:buSzPts val="950"/>
              <a:buFont typeface="Arial"/>
              <a:buChar char="•"/>
              <a:defRPr sz="950" b="0" i="0" u="none" strike="noStrike" cap="none">
                <a:solidFill>
                  <a:schemeClr val="dk1"/>
                </a:solidFill>
                <a:latin typeface="Arial"/>
                <a:ea typeface="Arial"/>
                <a:cs typeface="Arial"/>
                <a:sym typeface="Arial"/>
              </a:defRPr>
            </a:lvl6pPr>
            <a:lvl7pPr marL="3200400" marR="0" lvl="6" indent="-288925" algn="l" rtl="0">
              <a:lnSpc>
                <a:spcPct val="100000"/>
              </a:lnSpc>
              <a:spcBef>
                <a:spcPts val="900"/>
              </a:spcBef>
              <a:spcAft>
                <a:spcPts val="0"/>
              </a:spcAft>
              <a:buClr>
                <a:schemeClr val="dk1"/>
              </a:buClr>
              <a:buSzPts val="950"/>
              <a:buFont typeface="Arial"/>
              <a:buChar char="•"/>
              <a:defRPr sz="950" b="0" i="0" u="none" strike="noStrike" cap="none">
                <a:solidFill>
                  <a:schemeClr val="dk1"/>
                </a:solidFill>
                <a:latin typeface="Arial"/>
                <a:ea typeface="Arial"/>
                <a:cs typeface="Arial"/>
                <a:sym typeface="Arial"/>
              </a:defRPr>
            </a:lvl7pPr>
            <a:lvl8pPr marL="3657600" marR="0" lvl="7" indent="-288925" algn="l" rtl="0">
              <a:lnSpc>
                <a:spcPct val="100000"/>
              </a:lnSpc>
              <a:spcBef>
                <a:spcPts val="900"/>
              </a:spcBef>
              <a:spcAft>
                <a:spcPts val="0"/>
              </a:spcAft>
              <a:buClr>
                <a:schemeClr val="dk1"/>
              </a:buClr>
              <a:buSzPts val="950"/>
              <a:buFont typeface="Arial"/>
              <a:buChar char="•"/>
              <a:defRPr sz="950" b="0" i="0" u="none" strike="noStrike" cap="none">
                <a:solidFill>
                  <a:schemeClr val="dk1"/>
                </a:solidFill>
                <a:latin typeface="Arial"/>
                <a:ea typeface="Arial"/>
                <a:cs typeface="Arial"/>
                <a:sym typeface="Arial"/>
              </a:defRPr>
            </a:lvl8pPr>
            <a:lvl9pPr marL="4114800" marR="0" lvl="8" indent="-288925" algn="l" rtl="0">
              <a:lnSpc>
                <a:spcPct val="100000"/>
              </a:lnSpc>
              <a:spcBef>
                <a:spcPts val="900"/>
              </a:spcBef>
              <a:spcAft>
                <a:spcPts val="900"/>
              </a:spcAft>
              <a:buClr>
                <a:schemeClr val="dk1"/>
              </a:buClr>
              <a:buSzPts val="950"/>
              <a:buFont typeface="Arial"/>
              <a:buChar char="•"/>
              <a:defRPr sz="950" b="0" i="0" u="none" strike="noStrike" cap="none">
                <a:solidFill>
                  <a:schemeClr val="dk1"/>
                </a:solidFill>
                <a:latin typeface="Arial"/>
                <a:ea typeface="Arial"/>
                <a:cs typeface="Arial"/>
                <a:sym typeface="Arial"/>
              </a:defRPr>
            </a:lvl9pPr>
          </a:lstStyle>
          <a:p>
            <a:endParaRPr/>
          </a:p>
        </p:txBody>
      </p:sp>
      <p:sp>
        <p:nvSpPr>
          <p:cNvPr id="12" name="Google Shape;12;p6"/>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t" anchorCtr="0">
            <a:noAutofit/>
          </a:bodyPr>
          <a:lstStyle>
            <a:lvl1pPr marL="0" marR="0" lvl="0"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700"/>
              <a:buFont typeface="Arial"/>
              <a:buNone/>
              <a:defRPr sz="7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a:t>
            </a:fld>
            <a:endParaRPr/>
          </a:p>
        </p:txBody>
      </p:sp>
      <p:sp>
        <p:nvSpPr>
          <p:cNvPr id="13" name="Google Shape;13;p6"/>
          <p:cNvSpPr/>
          <p:nvPr/>
        </p:nvSpPr>
        <p:spPr>
          <a:xfrm>
            <a:off x="503301" y="10192629"/>
            <a:ext cx="2494500" cy="1800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419" sz="700" b="0" i="0" u="none" strike="noStrike" cap="none">
                <a:solidFill>
                  <a:schemeClr val="dk1"/>
                </a:solidFill>
                <a:latin typeface="Arial"/>
                <a:ea typeface="Arial"/>
                <a:cs typeface="Arial"/>
                <a:sym typeface="Arial"/>
              </a:rPr>
              <a:t>PwC  |  Report title</a:t>
            </a:r>
            <a:endParaRPr sz="7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145">
          <p15:clr>
            <a:srgbClr val="F26B43"/>
          </p15:clr>
        </p15:guide>
        <p15:guide id="2" pos="2381">
          <p15:clr>
            <a:srgbClr val="F26B43"/>
          </p15:clr>
        </p15:guide>
        <p15:guide id="3" orient="horz" pos="351">
          <p15:clr>
            <a:srgbClr val="F26B43"/>
          </p15:clr>
        </p15:guide>
        <p15:guide id="4" pos="317">
          <p15:clr>
            <a:srgbClr val="F26B43"/>
          </p15:clr>
        </p15:guide>
        <p15:guide id="5" pos="4445">
          <p15:clr>
            <a:srgbClr val="F26B43"/>
          </p15:clr>
        </p15:guide>
        <p15:guide id="6" orient="horz" pos="873">
          <p15:clr>
            <a:srgbClr val="F26B43"/>
          </p15:clr>
        </p15:guide>
        <p15:guide id="7" pos="2268">
          <p15:clr>
            <a:srgbClr val="F26B43"/>
          </p15:clr>
        </p15:guide>
        <p15:guide id="8" pos="2494">
          <p15:clr>
            <a:srgbClr val="F26B43"/>
          </p15:clr>
        </p15:guide>
        <p15:guide id="9" pos="1599">
          <p15:clr>
            <a:srgbClr val="F26B43"/>
          </p15:clr>
        </p15:guide>
        <p15:guide id="10" pos="1676">
          <p15:clr>
            <a:srgbClr val="F26B43"/>
          </p15:clr>
        </p15:guide>
        <p15:guide id="11" pos="3026">
          <p15:clr>
            <a:srgbClr val="F26B43"/>
          </p15:clr>
        </p15:guide>
        <p15:guide id="12" pos="310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8"/>
        <p:cNvGrpSpPr/>
        <p:nvPr/>
      </p:nvGrpSpPr>
      <p:grpSpPr>
        <a:xfrm>
          <a:off x="0" y="0"/>
          <a:ext cx="0" cy="0"/>
          <a:chOff x="0" y="0"/>
          <a:chExt cx="0" cy="0"/>
        </a:xfrm>
      </p:grpSpPr>
      <p:pic>
        <p:nvPicPr>
          <p:cNvPr id="50" name="Google Shape;50;p1"/>
          <p:cNvPicPr preferRelativeResize="0"/>
          <p:nvPr/>
        </p:nvPicPr>
        <p:blipFill rotWithShape="1">
          <a:blip r:embed="rId3">
            <a:alphaModFix/>
          </a:blip>
          <a:srcRect t="11154" r="7477" b="5629"/>
          <a:stretch/>
        </p:blipFill>
        <p:spPr>
          <a:xfrm>
            <a:off x="0" y="0"/>
            <a:ext cx="7559676" cy="6963973"/>
          </a:xfrm>
          <a:prstGeom prst="rect">
            <a:avLst/>
          </a:prstGeom>
          <a:noFill/>
          <a:ln>
            <a:noFill/>
          </a:ln>
        </p:spPr>
      </p:pic>
      <p:sp>
        <p:nvSpPr>
          <p:cNvPr id="51" name="Google Shape;51;p1"/>
          <p:cNvSpPr txBox="1"/>
          <p:nvPr/>
        </p:nvSpPr>
        <p:spPr>
          <a:xfrm>
            <a:off x="1849939" y="5958348"/>
            <a:ext cx="4698300" cy="18773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800"/>
              <a:buFont typeface="Arial"/>
              <a:buNone/>
            </a:pPr>
            <a:r>
              <a:rPr lang="es-419" sz="5800" b="0" i="0" u="none" strike="noStrike" cap="none" dirty="0">
                <a:solidFill>
                  <a:srgbClr val="000000"/>
                </a:solidFill>
                <a:latin typeface="Georgia"/>
                <a:ea typeface="Georgia"/>
                <a:cs typeface="Georgia"/>
                <a:sym typeface="Georgia"/>
              </a:rPr>
              <a:t>Beneficios </a:t>
            </a:r>
            <a:r>
              <a:rPr lang="es-419" sz="5800" dirty="0" err="1">
                <a:latin typeface="Georgia"/>
                <a:ea typeface="Georgia"/>
                <a:cs typeface="Georgia"/>
                <a:sym typeface="Georgia"/>
              </a:rPr>
              <a:t>SafeOne</a:t>
            </a:r>
            <a:endParaRPr sz="5800" b="0" i="0" u="none" strike="noStrike" cap="none" dirty="0">
              <a:solidFill>
                <a:srgbClr val="000000"/>
              </a:solidFill>
              <a:latin typeface="Georgia"/>
              <a:ea typeface="Georgia"/>
              <a:cs typeface="Georgia"/>
              <a:sym typeface="Georgia"/>
            </a:endParaRPr>
          </a:p>
        </p:txBody>
      </p:sp>
      <p:pic>
        <p:nvPicPr>
          <p:cNvPr id="2" name="Picture 1">
            <a:extLst>
              <a:ext uri="{FF2B5EF4-FFF2-40B4-BE49-F238E27FC236}">
                <a16:creationId xmlns:a16="http://schemas.microsoft.com/office/drawing/2014/main" id="{29C3DDE3-1916-BEA3-0CE8-9CE2010D1F51}"/>
              </a:ext>
            </a:extLst>
          </p:cNvPr>
          <p:cNvPicPr>
            <a:picLocks noChangeAspect="1"/>
          </p:cNvPicPr>
          <p:nvPr/>
        </p:nvPicPr>
        <p:blipFill>
          <a:blip r:embed="rId4"/>
          <a:stretch>
            <a:fillRect/>
          </a:stretch>
        </p:blipFill>
        <p:spPr>
          <a:xfrm>
            <a:off x="5447026" y="8356806"/>
            <a:ext cx="1542422" cy="3535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3"/>
          <p:cNvSpPr txBox="1">
            <a:spLocks noGrp="1"/>
          </p:cNvSpPr>
          <p:nvPr>
            <p:ph type="title"/>
          </p:nvPr>
        </p:nvSpPr>
        <p:spPr>
          <a:xfrm>
            <a:off x="179799" y="322050"/>
            <a:ext cx="5444100" cy="824100"/>
          </a:xfrm>
          <a:prstGeom prst="rect">
            <a:avLst/>
          </a:prstGeom>
          <a:noFill/>
          <a:ln>
            <a:noFill/>
          </a:ln>
        </p:spPr>
        <p:txBody>
          <a:bodyPr spcFirstLastPara="1" wrap="square" lIns="0" tIns="0" rIns="0" bIns="0" anchor="t" anchorCtr="0">
            <a:noAutofit/>
          </a:bodyPr>
          <a:lstStyle/>
          <a:p>
            <a:pPr marL="0" lvl="0" indent="0" algn="l" rtl="0">
              <a:lnSpc>
                <a:spcPct val="107916"/>
              </a:lnSpc>
              <a:spcBef>
                <a:spcPts val="0"/>
              </a:spcBef>
              <a:spcAft>
                <a:spcPts val="800"/>
              </a:spcAft>
              <a:buClr>
                <a:schemeClr val="dk1"/>
              </a:buClr>
              <a:buSzPts val="1100"/>
              <a:buFont typeface="Arial"/>
              <a:buNone/>
            </a:pPr>
            <a:r>
              <a:rPr lang="es-419" sz="2700" b="1"/>
              <a:t>Beneficio Bono de Referidos</a:t>
            </a:r>
            <a:endParaRPr sz="2700"/>
          </a:p>
        </p:txBody>
      </p:sp>
      <p:sp>
        <p:nvSpPr>
          <p:cNvPr id="67" name="Google Shape;67;p3"/>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ctr" anchorCtr="0">
            <a:noAutofit/>
          </a:bodyPr>
          <a:lstStyle/>
          <a:p>
            <a:pPr marL="0" lvl="0" indent="0" algn="r" rtl="0">
              <a:lnSpc>
                <a:spcPct val="100000"/>
              </a:lnSpc>
              <a:spcBef>
                <a:spcPts val="0"/>
              </a:spcBef>
              <a:spcAft>
                <a:spcPts val="0"/>
              </a:spcAft>
              <a:buSzPts val="700"/>
              <a:buNone/>
            </a:pPr>
            <a:fld id="{00000000-1234-1234-1234-123412341234}" type="slidenum">
              <a:rPr lang="es-419"/>
              <a:t>2</a:t>
            </a:fld>
            <a:endParaRPr/>
          </a:p>
        </p:txBody>
      </p:sp>
      <p:sp>
        <p:nvSpPr>
          <p:cNvPr id="69" name="Google Shape;69;p3"/>
          <p:cNvSpPr txBox="1"/>
          <p:nvPr/>
        </p:nvSpPr>
        <p:spPr>
          <a:xfrm>
            <a:off x="93150" y="938450"/>
            <a:ext cx="7014600" cy="1924536"/>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r>
              <a:rPr lang="es-419" sz="1600" b="0" i="0" u="none" strike="noStrike" cap="none" dirty="0">
                <a:solidFill>
                  <a:schemeClr val="dk1"/>
                </a:solidFill>
                <a:latin typeface="Georgia"/>
                <a:ea typeface="Georgia"/>
                <a:cs typeface="Georgia"/>
                <a:sym typeface="Georgia"/>
              </a:rPr>
              <a:t>Aplica para todos los colaboradores </a:t>
            </a:r>
            <a:endParaRPr sz="1600" b="0" i="0" u="none" strike="noStrike" cap="none" dirty="0">
              <a:solidFill>
                <a:schemeClr val="dk1"/>
              </a:solidFill>
              <a:latin typeface="Georgia"/>
              <a:ea typeface="Georgia"/>
              <a:cs typeface="Georgia"/>
              <a:sym typeface="Georgia"/>
            </a:endParaRPr>
          </a:p>
          <a:p>
            <a:pPr marL="0" marR="0" lvl="0" indent="0" algn="l" rtl="0">
              <a:lnSpc>
                <a:spcPct val="107916"/>
              </a:lnSpc>
              <a:spcBef>
                <a:spcPts val="800"/>
              </a:spcBef>
              <a:spcAft>
                <a:spcPts val="800"/>
              </a:spcAft>
              <a:buClr>
                <a:schemeClr val="dk1"/>
              </a:buClr>
              <a:buSzPts val="1100"/>
              <a:buFont typeface="Arial"/>
              <a:buNone/>
            </a:pPr>
            <a:r>
              <a:rPr lang="es-419" sz="1600" b="0" i="0" u="none" strike="noStrike" cap="none" dirty="0">
                <a:solidFill>
                  <a:schemeClr val="dk1"/>
                </a:solidFill>
                <a:latin typeface="Georgia"/>
                <a:ea typeface="Georgia"/>
                <a:cs typeface="Georgia"/>
                <a:sym typeface="Georgia"/>
              </a:rPr>
              <a:t>Programa de Referidos : por cada persona referida que apruebe su período probatorio de 3 meses se le acreditan RD$1,000 pesos.</a:t>
            </a:r>
          </a:p>
          <a:p>
            <a:pPr marL="0" marR="0" lvl="0" indent="0" algn="l" rtl="0">
              <a:lnSpc>
                <a:spcPct val="107916"/>
              </a:lnSpc>
              <a:spcBef>
                <a:spcPts val="800"/>
              </a:spcBef>
              <a:spcAft>
                <a:spcPts val="800"/>
              </a:spcAft>
              <a:buClr>
                <a:schemeClr val="dk1"/>
              </a:buClr>
              <a:buSzPts val="1100"/>
              <a:buFont typeface="Arial"/>
              <a:buNone/>
            </a:pPr>
            <a:r>
              <a:rPr lang="es-419" sz="1600" dirty="0">
                <a:solidFill>
                  <a:schemeClr val="dk1"/>
                </a:solidFill>
                <a:latin typeface="Georgia"/>
                <a:sym typeface="Georgia"/>
              </a:rPr>
              <a:t>El colaborador debe informar a Recursos Humanos el candidato referido para que al cumplir el periodo de prueba reciba su compensación.</a:t>
            </a:r>
            <a:endParaRPr sz="1900" b="0" i="0" u="none" strike="noStrike" cap="none" dirty="0">
              <a:solidFill>
                <a:srgbClr val="000000"/>
              </a:solidFill>
              <a:latin typeface="Arial"/>
              <a:ea typeface="Arial"/>
              <a:cs typeface="Arial"/>
              <a:sym typeface="Arial"/>
            </a:endParaRPr>
          </a:p>
        </p:txBody>
      </p:sp>
      <p:sp>
        <p:nvSpPr>
          <p:cNvPr id="72" name="Google Shape;72;p3"/>
          <p:cNvSpPr txBox="1"/>
          <p:nvPr/>
        </p:nvSpPr>
        <p:spPr>
          <a:xfrm>
            <a:off x="93150" y="2663224"/>
            <a:ext cx="7014600" cy="73594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800"/>
              </a:spcAft>
              <a:buClr>
                <a:schemeClr val="dk1"/>
              </a:buClr>
              <a:buSzPts val="1100"/>
              <a:buFont typeface="Arial"/>
              <a:buNone/>
            </a:pPr>
            <a:r>
              <a:rPr lang="es-419" sz="2700" b="1" i="0" u="none" strike="noStrike" cap="none" dirty="0">
                <a:solidFill>
                  <a:schemeClr val="dk1"/>
                </a:solidFill>
                <a:latin typeface="Georgia"/>
                <a:ea typeface="Georgia"/>
                <a:cs typeface="Georgia"/>
                <a:sym typeface="Georgia"/>
              </a:rPr>
              <a:t>Beneficio </a:t>
            </a:r>
            <a:r>
              <a:rPr lang="es-419" sz="2700" b="1" dirty="0">
                <a:solidFill>
                  <a:schemeClr val="dk1"/>
                </a:solidFill>
                <a:latin typeface="Georgia"/>
                <a:ea typeface="Georgia"/>
                <a:cs typeface="Georgia"/>
                <a:sym typeface="Georgia"/>
              </a:rPr>
              <a:t>día</a:t>
            </a:r>
            <a:r>
              <a:rPr lang="es-419" sz="2700" b="1" i="0" u="none" strike="noStrike" cap="none" dirty="0">
                <a:solidFill>
                  <a:schemeClr val="dk1"/>
                </a:solidFill>
                <a:latin typeface="Georgia"/>
                <a:ea typeface="Georgia"/>
                <a:cs typeface="Georgia"/>
                <a:sym typeface="Georgia"/>
              </a:rPr>
              <a:t> de Cumpleaños</a:t>
            </a:r>
            <a:endParaRPr sz="2700" b="0" i="0" u="none" strike="noStrike" cap="none" dirty="0">
              <a:solidFill>
                <a:srgbClr val="000000"/>
              </a:solidFill>
              <a:latin typeface="Arial"/>
              <a:ea typeface="Arial"/>
              <a:cs typeface="Arial"/>
              <a:sym typeface="Arial"/>
            </a:endParaRPr>
          </a:p>
        </p:txBody>
      </p:sp>
      <p:sp>
        <p:nvSpPr>
          <p:cNvPr id="73" name="Google Shape;73;p3"/>
          <p:cNvSpPr txBox="1"/>
          <p:nvPr/>
        </p:nvSpPr>
        <p:spPr>
          <a:xfrm>
            <a:off x="93150" y="3100590"/>
            <a:ext cx="6427500" cy="3295937"/>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r>
              <a:rPr lang="es-419" sz="1600" b="0" i="0" u="none" strike="noStrike" cap="none" dirty="0">
                <a:solidFill>
                  <a:schemeClr val="dk1"/>
                </a:solidFill>
                <a:latin typeface="Georgia"/>
                <a:ea typeface="Georgia"/>
                <a:cs typeface="Georgia"/>
                <a:sym typeface="Georgia"/>
              </a:rPr>
              <a:t>Aplica para todos los colaboradores. </a:t>
            </a:r>
          </a:p>
          <a:p>
            <a:pPr marL="0" marR="0" lvl="0" indent="0" algn="l" rtl="0">
              <a:lnSpc>
                <a:spcPct val="107916"/>
              </a:lnSpc>
              <a:spcBef>
                <a:spcPts val="0"/>
              </a:spcBef>
              <a:spcAft>
                <a:spcPts val="0"/>
              </a:spcAft>
              <a:buClr>
                <a:schemeClr val="dk1"/>
              </a:buClr>
              <a:buSzPts val="1100"/>
              <a:buFont typeface="Arial"/>
              <a:buNone/>
            </a:pPr>
            <a:r>
              <a:rPr lang="es-419" sz="1600" b="0" i="0" u="none" strike="noStrike" cap="none" dirty="0">
                <a:solidFill>
                  <a:schemeClr val="dk1"/>
                </a:solidFill>
                <a:latin typeface="Georgia"/>
                <a:ea typeface="Georgia"/>
                <a:cs typeface="Georgia"/>
                <a:sym typeface="Georgia"/>
              </a:rPr>
              <a:t>Por motivo de su cumpleaños a todos los colaboradores  se les otorga </a:t>
            </a:r>
            <a:r>
              <a:rPr lang="es-419" sz="1600" dirty="0">
                <a:solidFill>
                  <a:schemeClr val="dk1"/>
                </a:solidFill>
                <a:latin typeface="Georgia"/>
                <a:ea typeface="Georgia"/>
                <a:cs typeface="Georgia"/>
                <a:sym typeface="Georgia"/>
              </a:rPr>
              <a:t>el</a:t>
            </a:r>
            <a:r>
              <a:rPr lang="es-419" sz="1600" b="0" i="0" u="none" strike="noStrike" cap="none" dirty="0">
                <a:solidFill>
                  <a:schemeClr val="dk1"/>
                </a:solidFill>
                <a:latin typeface="Georgia"/>
                <a:ea typeface="Georgia"/>
                <a:cs typeface="Georgia"/>
                <a:sym typeface="Georgia"/>
              </a:rPr>
              <a:t> día libre. </a:t>
            </a:r>
            <a:endParaRPr sz="1600" b="0" i="0" u="none" strike="noStrike" cap="none" dirty="0">
              <a:solidFill>
                <a:schemeClr val="dk1"/>
              </a:solidFill>
              <a:latin typeface="Georgia"/>
              <a:ea typeface="Georgia"/>
              <a:cs typeface="Georgia"/>
              <a:sym typeface="Georgia"/>
            </a:endParaRPr>
          </a:p>
          <a:p>
            <a:pPr marL="0" marR="0" lvl="0" indent="0" algn="l" rtl="0">
              <a:lnSpc>
                <a:spcPct val="107916"/>
              </a:lnSpc>
              <a:spcBef>
                <a:spcPts val="800"/>
              </a:spcBef>
              <a:spcAft>
                <a:spcPts val="0"/>
              </a:spcAft>
              <a:buClr>
                <a:schemeClr val="dk1"/>
              </a:buClr>
              <a:buSzPts val="1100"/>
              <a:buFont typeface="Arial"/>
              <a:buNone/>
            </a:pPr>
            <a:r>
              <a:rPr lang="es-419" sz="1600" b="0" i="0" u="none" strike="noStrike" cap="none" dirty="0">
                <a:solidFill>
                  <a:schemeClr val="dk1"/>
                </a:solidFill>
                <a:latin typeface="Georgia"/>
                <a:ea typeface="Georgia"/>
                <a:cs typeface="Georgia"/>
                <a:sym typeface="Georgia"/>
              </a:rPr>
              <a:t>No es acumulable con otros días libres</a:t>
            </a:r>
            <a:r>
              <a:rPr lang="es-419" sz="1600" dirty="0">
                <a:solidFill>
                  <a:schemeClr val="dk1"/>
                </a:solidFill>
                <a:latin typeface="Georgia"/>
                <a:ea typeface="Georgia"/>
                <a:cs typeface="Georgia"/>
                <a:sym typeface="Georgia"/>
              </a:rPr>
              <a:t> o free </a:t>
            </a:r>
            <a:r>
              <a:rPr lang="es-419" sz="1600" dirty="0" err="1">
                <a:solidFill>
                  <a:schemeClr val="dk1"/>
                </a:solidFill>
                <a:latin typeface="Georgia"/>
                <a:ea typeface="Georgia"/>
                <a:cs typeface="Georgia"/>
                <a:sym typeface="Georgia"/>
              </a:rPr>
              <a:t>hours</a:t>
            </a:r>
            <a:r>
              <a:rPr lang="es-419" sz="1600" dirty="0">
                <a:solidFill>
                  <a:schemeClr val="dk1"/>
                </a:solidFill>
                <a:latin typeface="Georgia"/>
                <a:ea typeface="Georgia"/>
                <a:cs typeface="Georgia"/>
                <a:sym typeface="Georgia"/>
              </a:rPr>
              <a:t>.</a:t>
            </a:r>
            <a:endParaRPr sz="1600" b="0" i="0" u="none" strike="noStrike" cap="none" dirty="0">
              <a:solidFill>
                <a:schemeClr val="dk1"/>
              </a:solidFill>
              <a:latin typeface="Georgia"/>
              <a:ea typeface="Georgia"/>
              <a:cs typeface="Georgia"/>
              <a:sym typeface="Georgia"/>
            </a:endParaRPr>
          </a:p>
          <a:p>
            <a:pPr marL="0" marR="0" lvl="0" indent="0" algn="l" rtl="0">
              <a:lnSpc>
                <a:spcPct val="107916"/>
              </a:lnSpc>
              <a:spcBef>
                <a:spcPts val="800"/>
              </a:spcBef>
              <a:spcAft>
                <a:spcPts val="800"/>
              </a:spcAft>
              <a:buClr>
                <a:schemeClr val="dk1"/>
              </a:buClr>
              <a:buSzPts val="1100"/>
              <a:buFont typeface="Arial"/>
              <a:buNone/>
            </a:pPr>
            <a:r>
              <a:rPr lang="es-419" sz="1600" b="0" i="0" u="none" strike="noStrike" cap="none" dirty="0">
                <a:solidFill>
                  <a:schemeClr val="dk1"/>
                </a:solidFill>
                <a:latin typeface="Georgia"/>
                <a:ea typeface="Georgia"/>
                <a:cs typeface="Georgia"/>
                <a:sym typeface="Georgia"/>
              </a:rPr>
              <a:t>Personal que su cumpleaños cae fin de semana, le aplica para tomar la tarde </a:t>
            </a:r>
            <a:r>
              <a:rPr lang="es-419" sz="1600" dirty="0">
                <a:solidFill>
                  <a:schemeClr val="dk1"/>
                </a:solidFill>
                <a:latin typeface="Georgia"/>
                <a:ea typeface="Georgia"/>
                <a:cs typeface="Georgia"/>
                <a:sym typeface="Georgia"/>
              </a:rPr>
              <a:t>el día viernes.</a:t>
            </a:r>
          </a:p>
          <a:p>
            <a:pPr marL="0" marR="0" lvl="0" indent="0" algn="l" rtl="0">
              <a:lnSpc>
                <a:spcPct val="107916"/>
              </a:lnSpc>
              <a:spcBef>
                <a:spcPts val="800"/>
              </a:spcBef>
              <a:spcAft>
                <a:spcPts val="800"/>
              </a:spcAft>
              <a:buClr>
                <a:schemeClr val="dk1"/>
              </a:buClr>
              <a:buSzPts val="1100"/>
              <a:buFont typeface="Arial"/>
              <a:buNone/>
            </a:pPr>
            <a:r>
              <a:rPr lang="es-419" sz="1600" dirty="0">
                <a:solidFill>
                  <a:schemeClr val="dk1"/>
                </a:solidFill>
                <a:latin typeface="Georgia"/>
                <a:ea typeface="Georgia"/>
                <a:cs typeface="Georgia"/>
                <a:sym typeface="Georgia"/>
              </a:rPr>
              <a:t>Este beneficio debe ser controlado por el supervisor del área e informar a Recursos Humanos .</a:t>
            </a:r>
          </a:p>
          <a:p>
            <a:pPr marL="0" marR="0" lvl="0" indent="0" algn="l" rtl="0">
              <a:lnSpc>
                <a:spcPct val="107916"/>
              </a:lnSpc>
              <a:spcBef>
                <a:spcPts val="800"/>
              </a:spcBef>
              <a:spcAft>
                <a:spcPts val="800"/>
              </a:spcAft>
              <a:buClr>
                <a:schemeClr val="dk1"/>
              </a:buClr>
              <a:buSzPts val="1100"/>
              <a:buFont typeface="Arial"/>
              <a:buNone/>
            </a:pPr>
            <a:endParaRPr lang="es-419" sz="1600" dirty="0">
              <a:solidFill>
                <a:schemeClr val="dk1"/>
              </a:solidFill>
              <a:latin typeface="Georgia"/>
              <a:ea typeface="Georgia"/>
              <a:cs typeface="Georgia"/>
              <a:sym typeface="Georgia"/>
            </a:endParaRPr>
          </a:p>
        </p:txBody>
      </p:sp>
      <p:sp>
        <p:nvSpPr>
          <p:cNvPr id="2" name="Google Shape;72;p3">
            <a:extLst>
              <a:ext uri="{FF2B5EF4-FFF2-40B4-BE49-F238E27FC236}">
                <a16:creationId xmlns:a16="http://schemas.microsoft.com/office/drawing/2014/main" id="{4B04287B-51E7-DAC4-8D6A-7E001EBF7406}"/>
              </a:ext>
            </a:extLst>
          </p:cNvPr>
          <p:cNvSpPr txBox="1"/>
          <p:nvPr/>
        </p:nvSpPr>
        <p:spPr>
          <a:xfrm>
            <a:off x="179799" y="5803909"/>
            <a:ext cx="7014600" cy="73594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800"/>
              </a:spcAft>
              <a:buClr>
                <a:schemeClr val="dk1"/>
              </a:buClr>
              <a:buSzPts val="1100"/>
              <a:buFont typeface="Arial"/>
              <a:buNone/>
            </a:pPr>
            <a:r>
              <a:rPr lang="es-419" sz="2700" b="1" dirty="0">
                <a:solidFill>
                  <a:schemeClr val="dk1"/>
                </a:solidFill>
                <a:latin typeface="Georgia"/>
                <a:sym typeface="Georgia"/>
              </a:rPr>
              <a:t>Free </a:t>
            </a:r>
            <a:r>
              <a:rPr lang="es-419" sz="2700" b="1" dirty="0" err="1">
                <a:solidFill>
                  <a:schemeClr val="dk1"/>
                </a:solidFill>
                <a:latin typeface="Georgia"/>
                <a:sym typeface="Georgia"/>
              </a:rPr>
              <a:t>Hours</a:t>
            </a:r>
            <a:endParaRPr sz="2700" b="0" i="0" u="none" strike="noStrike" cap="none" dirty="0">
              <a:solidFill>
                <a:srgbClr val="000000"/>
              </a:solidFill>
              <a:latin typeface="Arial"/>
              <a:ea typeface="Arial"/>
              <a:cs typeface="Arial"/>
              <a:sym typeface="Arial"/>
            </a:endParaRPr>
          </a:p>
        </p:txBody>
      </p:sp>
      <p:sp>
        <p:nvSpPr>
          <p:cNvPr id="3" name="Google Shape;73;p3">
            <a:extLst>
              <a:ext uri="{FF2B5EF4-FFF2-40B4-BE49-F238E27FC236}">
                <a16:creationId xmlns:a16="http://schemas.microsoft.com/office/drawing/2014/main" id="{E2CF4E7C-2EDB-D183-34DD-B402B436C816}"/>
              </a:ext>
            </a:extLst>
          </p:cNvPr>
          <p:cNvSpPr txBox="1"/>
          <p:nvPr/>
        </p:nvSpPr>
        <p:spPr>
          <a:xfrm>
            <a:off x="93150" y="6586164"/>
            <a:ext cx="6427500" cy="2577791"/>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r>
              <a:rPr lang="es-419" sz="1600" b="0" i="0" u="none" strike="noStrike" cap="none" dirty="0">
                <a:solidFill>
                  <a:schemeClr val="dk1"/>
                </a:solidFill>
                <a:latin typeface="Georgia"/>
                <a:ea typeface="Georgia"/>
                <a:cs typeface="Georgia"/>
                <a:sym typeface="Georgia"/>
              </a:rPr>
              <a:t>Aplica para todos los colaboradores. </a:t>
            </a:r>
          </a:p>
          <a:p>
            <a:pPr marL="0" marR="0" lvl="0" indent="0" algn="l" rtl="0">
              <a:lnSpc>
                <a:spcPct val="107916"/>
              </a:lnSpc>
              <a:spcBef>
                <a:spcPts val="0"/>
              </a:spcBef>
              <a:spcAft>
                <a:spcPts val="0"/>
              </a:spcAft>
              <a:buClr>
                <a:schemeClr val="dk1"/>
              </a:buClr>
              <a:buSzPts val="1100"/>
              <a:buFont typeface="Arial"/>
              <a:buNone/>
            </a:pPr>
            <a:r>
              <a:rPr lang="es-419" sz="1600" dirty="0">
                <a:solidFill>
                  <a:schemeClr val="dk1"/>
                </a:solidFill>
                <a:latin typeface="Georgia"/>
                <a:ea typeface="Georgia"/>
                <a:cs typeface="Georgia"/>
                <a:sym typeface="Georgia"/>
              </a:rPr>
              <a:t>Todos los colaboradores contaran con 4 horas al mes para utilizar en  diligencias personales, estas horas no son acumulables con otros beneficios.</a:t>
            </a:r>
          </a:p>
          <a:p>
            <a:pPr marL="0" marR="0" lvl="0" indent="0" algn="l" rtl="0">
              <a:lnSpc>
                <a:spcPct val="107916"/>
              </a:lnSpc>
              <a:spcBef>
                <a:spcPts val="0"/>
              </a:spcBef>
              <a:spcAft>
                <a:spcPts val="0"/>
              </a:spcAft>
              <a:buClr>
                <a:schemeClr val="dk1"/>
              </a:buClr>
              <a:buSzPts val="1100"/>
              <a:buFont typeface="Arial"/>
              <a:buNone/>
            </a:pPr>
            <a:r>
              <a:rPr lang="es-419" sz="1600" dirty="0">
                <a:solidFill>
                  <a:schemeClr val="dk1"/>
                </a:solidFill>
                <a:latin typeface="Georgia"/>
                <a:ea typeface="Georgia"/>
                <a:cs typeface="Georgia"/>
                <a:sym typeface="Georgia"/>
              </a:rPr>
              <a:t>Este beneficio no aplica para colaboradores con permisos especiales como: ausencias programadas, permisos universitarios etc.</a:t>
            </a:r>
          </a:p>
          <a:p>
            <a:pPr marL="0" marR="0" lvl="0" indent="0" algn="l" rtl="0">
              <a:lnSpc>
                <a:spcPct val="107916"/>
              </a:lnSpc>
              <a:spcBef>
                <a:spcPts val="0"/>
              </a:spcBef>
              <a:spcAft>
                <a:spcPts val="0"/>
              </a:spcAft>
              <a:buClr>
                <a:schemeClr val="dk1"/>
              </a:buClr>
              <a:buSzPts val="1100"/>
              <a:buFont typeface="Arial"/>
              <a:buNone/>
            </a:pPr>
            <a:r>
              <a:rPr lang="es-419" sz="1600" dirty="0">
                <a:solidFill>
                  <a:schemeClr val="dk1"/>
                </a:solidFill>
                <a:latin typeface="Georgia"/>
                <a:ea typeface="Georgia"/>
                <a:cs typeface="Georgia"/>
                <a:sym typeface="Georgia"/>
              </a:rPr>
              <a:t>El colaborador debe enviar un mail a Recursos Humanos con copia a su supervisor e informar el día y las horas que estará consumiendo.</a:t>
            </a:r>
          </a:p>
          <a:p>
            <a:pPr marL="0" marR="0" lvl="0" indent="0" algn="l" rtl="0">
              <a:lnSpc>
                <a:spcPct val="107916"/>
              </a:lnSpc>
              <a:spcBef>
                <a:spcPts val="0"/>
              </a:spcBef>
              <a:spcAft>
                <a:spcPts val="0"/>
              </a:spcAft>
              <a:buClr>
                <a:schemeClr val="dk1"/>
              </a:buClr>
              <a:buSzPts val="1100"/>
              <a:buFont typeface="Arial"/>
              <a:buNone/>
            </a:pPr>
            <a:r>
              <a:rPr lang="es-419" sz="1600" dirty="0">
                <a:solidFill>
                  <a:schemeClr val="dk1"/>
                </a:solidFill>
                <a:latin typeface="Georgia"/>
                <a:ea typeface="Georgia"/>
                <a:cs typeface="Georgia"/>
                <a:sym typeface="Georgia"/>
              </a:rPr>
              <a:t>Las horas no consumidas en el mes no se acumulan con otros meses.</a:t>
            </a:r>
          </a:p>
        </p:txBody>
      </p:sp>
      <p:pic>
        <p:nvPicPr>
          <p:cNvPr id="4" name="Picture 3">
            <a:extLst>
              <a:ext uri="{FF2B5EF4-FFF2-40B4-BE49-F238E27FC236}">
                <a16:creationId xmlns:a16="http://schemas.microsoft.com/office/drawing/2014/main" id="{AB7A9B27-B0D5-31B6-5284-BA429BC649D8}"/>
              </a:ext>
            </a:extLst>
          </p:cNvPr>
          <p:cNvPicPr>
            <a:picLocks noChangeAspect="1"/>
          </p:cNvPicPr>
          <p:nvPr/>
        </p:nvPicPr>
        <p:blipFill>
          <a:blip r:embed="rId3"/>
          <a:stretch>
            <a:fillRect/>
          </a:stretch>
        </p:blipFill>
        <p:spPr>
          <a:xfrm>
            <a:off x="5339020" y="9399764"/>
            <a:ext cx="1542422" cy="3535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14ffd292170_0_46"/>
          <p:cNvSpPr txBox="1">
            <a:spLocks noGrp="1"/>
          </p:cNvSpPr>
          <p:nvPr>
            <p:ph type="title"/>
          </p:nvPr>
        </p:nvSpPr>
        <p:spPr>
          <a:xfrm>
            <a:off x="179800" y="145175"/>
            <a:ext cx="7272600" cy="824100"/>
          </a:xfrm>
          <a:prstGeom prst="rect">
            <a:avLst/>
          </a:prstGeom>
          <a:noFill/>
          <a:ln>
            <a:noFill/>
          </a:ln>
        </p:spPr>
        <p:txBody>
          <a:bodyPr spcFirstLastPara="1" wrap="square" lIns="0" tIns="0" rIns="0" bIns="0" anchor="t" anchorCtr="0">
            <a:noAutofit/>
          </a:bodyPr>
          <a:lstStyle/>
          <a:p>
            <a:pPr marL="0" lvl="0" indent="0" algn="just" rtl="0">
              <a:lnSpc>
                <a:spcPct val="107916"/>
              </a:lnSpc>
              <a:spcBef>
                <a:spcPts val="0"/>
              </a:spcBef>
              <a:spcAft>
                <a:spcPts val="800"/>
              </a:spcAft>
              <a:buClr>
                <a:schemeClr val="dk1"/>
              </a:buClr>
              <a:buSzPts val="1100"/>
              <a:buNone/>
            </a:pPr>
            <a:r>
              <a:rPr lang="es-419" sz="2700" b="1"/>
              <a:t>Seguro Médico Complementario</a:t>
            </a:r>
            <a:endParaRPr sz="2700"/>
          </a:p>
        </p:txBody>
      </p:sp>
      <p:sp>
        <p:nvSpPr>
          <p:cNvPr id="93" name="Google Shape;93;g14ffd292170_0_46"/>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ctr" anchorCtr="0">
            <a:noAutofit/>
          </a:bodyPr>
          <a:lstStyle/>
          <a:p>
            <a:pPr marL="0" lvl="0" indent="0" algn="r" rtl="0">
              <a:lnSpc>
                <a:spcPct val="100000"/>
              </a:lnSpc>
              <a:spcBef>
                <a:spcPts val="0"/>
              </a:spcBef>
              <a:spcAft>
                <a:spcPts val="0"/>
              </a:spcAft>
              <a:buSzPts val="700"/>
              <a:buNone/>
            </a:pPr>
            <a:fld id="{00000000-1234-1234-1234-123412341234}" type="slidenum">
              <a:rPr lang="es-419"/>
              <a:t>3</a:t>
            </a:fld>
            <a:endParaRPr/>
          </a:p>
        </p:txBody>
      </p:sp>
      <p:sp>
        <p:nvSpPr>
          <p:cNvPr id="95" name="Google Shape;95;g14ffd292170_0_46"/>
          <p:cNvSpPr txBox="1"/>
          <p:nvPr/>
        </p:nvSpPr>
        <p:spPr>
          <a:xfrm>
            <a:off x="0" y="683225"/>
            <a:ext cx="7559700" cy="6708601"/>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rgbClr val="000000"/>
              </a:buClr>
              <a:buSzPts val="1500"/>
              <a:buFont typeface="Arial"/>
              <a:buNone/>
            </a:pPr>
            <a:endParaRPr sz="1500" b="0" i="0" u="none" strike="noStrike" cap="none" dirty="0">
              <a:solidFill>
                <a:schemeClr val="dk1"/>
              </a:solidFill>
              <a:latin typeface="Georgia"/>
              <a:ea typeface="Georgia"/>
              <a:cs typeface="Georgia"/>
              <a:sym typeface="Georgia"/>
            </a:endParaRPr>
          </a:p>
          <a:p>
            <a:pPr marL="0" marR="0" lvl="0" indent="0" algn="just" rtl="0">
              <a:lnSpc>
                <a:spcPct val="107916"/>
              </a:lnSpc>
              <a:spcBef>
                <a:spcPts val="800"/>
              </a:spcBef>
              <a:spcAft>
                <a:spcPts val="0"/>
              </a:spcAft>
              <a:buClr>
                <a:srgbClr val="000000"/>
              </a:buClr>
              <a:buSzPts val="1600"/>
              <a:buFont typeface="Arial"/>
              <a:buNone/>
            </a:pPr>
            <a:endParaRPr sz="1600" b="0" i="0" u="none" strike="noStrike" cap="none" dirty="0">
              <a:solidFill>
                <a:schemeClr val="dk1"/>
              </a:solidFill>
              <a:latin typeface="Georgia"/>
              <a:ea typeface="Georgia"/>
              <a:cs typeface="Georgia"/>
              <a:sym typeface="Georgia"/>
            </a:endParaRPr>
          </a:p>
          <a:p>
            <a:pPr marL="0" marR="0" lvl="0" indent="0" algn="just" rtl="0">
              <a:lnSpc>
                <a:spcPct val="107916"/>
              </a:lnSpc>
              <a:spcBef>
                <a:spcPts val="800"/>
              </a:spcBef>
              <a:spcAft>
                <a:spcPts val="0"/>
              </a:spcAft>
              <a:buClr>
                <a:srgbClr val="000000"/>
              </a:buClr>
              <a:buSzPts val="1600"/>
              <a:buFont typeface="Arial"/>
              <a:buNone/>
            </a:pPr>
            <a:r>
              <a:rPr lang="es-419" sz="1600" b="0" i="0" u="none" strike="noStrike" cap="none" dirty="0">
                <a:solidFill>
                  <a:schemeClr val="dk1"/>
                </a:solidFill>
                <a:latin typeface="Georgia"/>
                <a:ea typeface="Georgia"/>
                <a:cs typeface="Georgia"/>
                <a:sym typeface="Georgia"/>
              </a:rPr>
              <a:t>A</a:t>
            </a:r>
            <a:r>
              <a:rPr lang="es-419" sz="1400" b="0" i="0" u="none" strike="noStrike" cap="none" dirty="0">
                <a:solidFill>
                  <a:schemeClr val="dk1"/>
                </a:solidFill>
                <a:latin typeface="Georgia"/>
                <a:ea typeface="Georgia"/>
                <a:cs typeface="Georgia"/>
                <a:sym typeface="Georgia"/>
              </a:rPr>
              <a:t>plica para todos los colaboradores </a:t>
            </a:r>
            <a:r>
              <a:rPr lang="es-419" dirty="0">
                <a:solidFill>
                  <a:schemeClr val="dk1"/>
                </a:solidFill>
                <a:latin typeface="Georgia"/>
                <a:ea typeface="Georgia"/>
                <a:cs typeface="Georgia"/>
                <a:sym typeface="Georgia"/>
              </a:rPr>
              <a:t>la empresa</a:t>
            </a:r>
            <a:r>
              <a:rPr lang="es-419" sz="1400" b="0" i="0" u="none" strike="noStrike" cap="none" dirty="0">
                <a:solidFill>
                  <a:schemeClr val="dk1"/>
                </a:solidFill>
                <a:latin typeface="Georgia"/>
                <a:ea typeface="Georgia"/>
                <a:cs typeface="Georgia"/>
                <a:sym typeface="Georgia"/>
              </a:rPr>
              <a:t> cubre el </a:t>
            </a:r>
            <a:r>
              <a:rPr lang="es-419" dirty="0">
                <a:solidFill>
                  <a:schemeClr val="dk1"/>
                </a:solidFill>
                <a:latin typeface="Georgia"/>
                <a:ea typeface="Georgia"/>
                <a:cs typeface="Georgia"/>
                <a:sym typeface="Georgia"/>
              </a:rPr>
              <a:t>100</a:t>
            </a:r>
            <a:r>
              <a:rPr lang="es-419" sz="1400" b="0" i="0" u="none" strike="noStrike" cap="none" dirty="0">
                <a:solidFill>
                  <a:schemeClr val="dk1"/>
                </a:solidFill>
                <a:latin typeface="Georgia"/>
                <a:ea typeface="Georgia"/>
                <a:cs typeface="Georgia"/>
                <a:sym typeface="Georgia"/>
              </a:rPr>
              <a:t>% del costo del plan médico </a:t>
            </a:r>
            <a:endParaRPr sz="1400" b="0" i="0" u="none" strike="noStrike" cap="none" dirty="0">
              <a:solidFill>
                <a:schemeClr val="dk1"/>
              </a:solidFill>
              <a:latin typeface="Georgia"/>
              <a:ea typeface="Georgia"/>
              <a:cs typeface="Georgia"/>
              <a:sym typeface="Georgia"/>
            </a:endParaRPr>
          </a:p>
          <a:p>
            <a:pPr marL="0" marR="0" lvl="0" indent="0" algn="just" rtl="0">
              <a:lnSpc>
                <a:spcPct val="107916"/>
              </a:lnSpc>
              <a:spcBef>
                <a:spcPts val="800"/>
              </a:spcBef>
              <a:spcAft>
                <a:spcPts val="0"/>
              </a:spcAft>
              <a:buClr>
                <a:srgbClr val="000000"/>
              </a:buClr>
              <a:buSzPts val="1400"/>
              <a:buFont typeface="Arial"/>
              <a:buNone/>
            </a:pPr>
            <a:r>
              <a:rPr lang="es-419" sz="1400" b="0" i="0" u="none" strike="noStrike" cap="none" dirty="0">
                <a:solidFill>
                  <a:schemeClr val="dk1"/>
                </a:solidFill>
                <a:latin typeface="Georgia"/>
                <a:ea typeface="Georgia"/>
                <a:cs typeface="Georgia"/>
                <a:sym typeface="Georgia"/>
              </a:rPr>
              <a:t> Los planes asignados se muestran a continuación </a:t>
            </a:r>
            <a:endParaRPr sz="1400" b="0" i="0" u="none" strike="noStrike" cap="none" dirty="0">
              <a:solidFill>
                <a:schemeClr val="dk1"/>
              </a:solidFill>
              <a:latin typeface="Georgia"/>
              <a:ea typeface="Georgia"/>
              <a:cs typeface="Georgia"/>
              <a:sym typeface="Georgia"/>
            </a:endParaRPr>
          </a:p>
          <a:p>
            <a:pPr marL="457200" marR="0" lvl="0" indent="-317500" algn="l" rtl="0">
              <a:lnSpc>
                <a:spcPct val="107916"/>
              </a:lnSpc>
              <a:spcBef>
                <a:spcPts val="800"/>
              </a:spcBef>
              <a:spcAft>
                <a:spcPts val="0"/>
              </a:spcAft>
              <a:buClr>
                <a:schemeClr val="dk1"/>
              </a:buClr>
              <a:buSzPts val="1400"/>
              <a:buFont typeface="Georgia"/>
              <a:buChar char="●"/>
            </a:pPr>
            <a:r>
              <a:rPr lang="es-419" sz="1400" b="0" i="0" u="none" strike="noStrike" cap="none" dirty="0">
                <a:solidFill>
                  <a:schemeClr val="dk1"/>
                </a:solidFill>
                <a:latin typeface="Georgia"/>
                <a:ea typeface="Georgia"/>
                <a:cs typeface="Georgia"/>
                <a:sym typeface="Georgia"/>
              </a:rPr>
              <a:t>Seguro </a:t>
            </a:r>
            <a:r>
              <a:rPr lang="es-419" dirty="0">
                <a:solidFill>
                  <a:schemeClr val="dk1"/>
                </a:solidFill>
                <a:latin typeface="Georgia"/>
                <a:ea typeface="Georgia"/>
                <a:cs typeface="Georgia"/>
                <a:sym typeface="Georgia"/>
              </a:rPr>
              <a:t>XXXXX</a:t>
            </a:r>
            <a:r>
              <a:rPr lang="es-419" sz="1400" b="0" i="0" u="none" strike="noStrike" cap="none" dirty="0">
                <a:solidFill>
                  <a:schemeClr val="dk1"/>
                </a:solidFill>
                <a:latin typeface="Georgia"/>
                <a:ea typeface="Georgia"/>
                <a:cs typeface="Georgia"/>
                <a:sym typeface="Georgia"/>
              </a:rPr>
              <a:t>: Personal de Staff</a:t>
            </a:r>
            <a:endParaRPr sz="1400" b="0" i="0" u="none" strike="noStrike" cap="none" dirty="0">
              <a:solidFill>
                <a:schemeClr val="dk1"/>
              </a:solidFill>
              <a:latin typeface="Georgia"/>
              <a:ea typeface="Georgia"/>
              <a:cs typeface="Georgia"/>
              <a:sym typeface="Georgia"/>
            </a:endParaRPr>
          </a:p>
          <a:p>
            <a:pPr marL="457200" marR="0" lvl="0" indent="-317500" algn="l" rtl="0">
              <a:lnSpc>
                <a:spcPct val="107916"/>
              </a:lnSpc>
              <a:spcBef>
                <a:spcPts val="0"/>
              </a:spcBef>
              <a:spcAft>
                <a:spcPts val="0"/>
              </a:spcAft>
              <a:buClr>
                <a:schemeClr val="dk1"/>
              </a:buClr>
              <a:buSzPts val="1400"/>
              <a:buFont typeface="Georgia"/>
              <a:buChar char="●"/>
            </a:pPr>
            <a:r>
              <a:rPr lang="es-419" sz="1400" b="0" i="0" u="none" strike="noStrike" cap="none" dirty="0">
                <a:solidFill>
                  <a:schemeClr val="dk1"/>
                </a:solidFill>
                <a:latin typeface="Georgia"/>
                <a:ea typeface="Georgia"/>
                <a:cs typeface="Georgia"/>
                <a:sym typeface="Georgia"/>
              </a:rPr>
              <a:t>Seguro </a:t>
            </a:r>
            <a:r>
              <a:rPr lang="es-419" dirty="0">
                <a:solidFill>
                  <a:schemeClr val="dk1"/>
                </a:solidFill>
                <a:latin typeface="Georgia"/>
                <a:ea typeface="Georgia"/>
                <a:cs typeface="Georgia"/>
                <a:sym typeface="Georgia"/>
              </a:rPr>
              <a:t>XXXXX</a:t>
            </a:r>
            <a:r>
              <a:rPr lang="es-419" sz="1400" b="0" i="0" u="none" strike="noStrike" cap="none" dirty="0">
                <a:solidFill>
                  <a:schemeClr val="dk1"/>
                </a:solidFill>
                <a:latin typeface="Georgia"/>
                <a:ea typeface="Georgia"/>
                <a:cs typeface="Georgia"/>
                <a:sym typeface="Georgia"/>
              </a:rPr>
              <a:t>: Gerentes en adelante.</a:t>
            </a:r>
            <a:endParaRPr sz="1400" b="0" i="0" u="none" strike="noStrike" cap="none" dirty="0">
              <a:solidFill>
                <a:schemeClr val="dk1"/>
              </a:solidFill>
              <a:latin typeface="Georgia"/>
              <a:ea typeface="Georgia"/>
              <a:cs typeface="Georgia"/>
              <a:sym typeface="Georgia"/>
            </a:endParaRPr>
          </a:p>
          <a:p>
            <a:pPr marL="457200" marR="0" lvl="0" indent="-317500" algn="just" rtl="0">
              <a:lnSpc>
                <a:spcPct val="100000"/>
              </a:lnSpc>
              <a:spcBef>
                <a:spcPts val="800"/>
              </a:spcBef>
              <a:spcAft>
                <a:spcPts val="0"/>
              </a:spcAft>
              <a:buClr>
                <a:schemeClr val="dk1"/>
              </a:buClr>
              <a:buSzPts val="1400"/>
              <a:buFont typeface="Noto Sans Symbols"/>
              <a:buChar char="●"/>
            </a:pPr>
            <a:r>
              <a:rPr lang="es-419" sz="1400" b="0" i="0" u="none" strike="noStrike" cap="none" dirty="0">
                <a:solidFill>
                  <a:schemeClr val="dk1"/>
                </a:solidFill>
                <a:latin typeface="Georgia"/>
                <a:ea typeface="Georgia"/>
                <a:cs typeface="Georgia"/>
                <a:sym typeface="Georgia"/>
              </a:rPr>
              <a:t>Seguro para Dependiente Adicional: Se paga el 100%del plan por colaborador.                  ( hijos mayores de 25 años, padres, suegros </a:t>
            </a:r>
            <a:r>
              <a:rPr lang="es-419" sz="1400" b="0" i="0" u="none" strike="noStrike" cap="none" dirty="0" err="1">
                <a:solidFill>
                  <a:schemeClr val="dk1"/>
                </a:solidFill>
                <a:latin typeface="Georgia"/>
                <a:ea typeface="Georgia"/>
                <a:cs typeface="Georgia"/>
                <a:sym typeface="Georgia"/>
              </a:rPr>
              <a:t>etc</a:t>
            </a:r>
            <a:r>
              <a:rPr lang="es-419" sz="1400" b="0" i="0" u="none" strike="noStrike" cap="none" dirty="0">
                <a:solidFill>
                  <a:schemeClr val="dk1"/>
                </a:solidFill>
                <a:latin typeface="Georgia"/>
                <a:ea typeface="Georgia"/>
                <a:cs typeface="Georgia"/>
                <a:sym typeface="Georgia"/>
              </a:rPr>
              <a:t>) </a:t>
            </a:r>
            <a:endParaRPr sz="1400" b="0" i="0" u="none" strike="noStrike" cap="none" dirty="0">
              <a:solidFill>
                <a:schemeClr val="dk1"/>
              </a:solidFill>
              <a:latin typeface="Georgia"/>
              <a:ea typeface="Georgia"/>
              <a:cs typeface="Georgia"/>
              <a:sym typeface="Georgia"/>
            </a:endParaRPr>
          </a:p>
          <a:p>
            <a:pPr marL="457200" marR="0" lvl="0" indent="0" algn="just" rtl="0">
              <a:lnSpc>
                <a:spcPct val="100000"/>
              </a:lnSpc>
              <a:spcBef>
                <a:spcPts val="800"/>
              </a:spcBef>
              <a:spcAft>
                <a:spcPts val="0"/>
              </a:spcAft>
              <a:buClr>
                <a:srgbClr val="000000"/>
              </a:buClr>
              <a:buSzPts val="1400"/>
              <a:buFont typeface="Arial"/>
              <a:buNone/>
            </a:pPr>
            <a:endParaRPr sz="1400" b="0" i="0" u="none" strike="noStrike" cap="none" dirty="0">
              <a:solidFill>
                <a:schemeClr val="dk1"/>
              </a:solidFill>
              <a:latin typeface="Georgia"/>
              <a:ea typeface="Georgia"/>
              <a:cs typeface="Georgia"/>
              <a:sym typeface="Georgia"/>
            </a:endParaRPr>
          </a:p>
          <a:p>
            <a:pPr marL="0" marR="0" lvl="0" indent="0" algn="just" rtl="0">
              <a:lnSpc>
                <a:spcPct val="100000"/>
              </a:lnSpc>
              <a:spcBef>
                <a:spcPts val="800"/>
              </a:spcBef>
              <a:spcAft>
                <a:spcPts val="0"/>
              </a:spcAft>
              <a:buClr>
                <a:srgbClr val="000000"/>
              </a:buClr>
              <a:buSzPts val="1400"/>
              <a:buFont typeface="Arial"/>
              <a:buNone/>
            </a:pPr>
            <a:r>
              <a:rPr lang="es-419" sz="1400" b="0" i="0" u="none" strike="noStrike" cap="none" dirty="0">
                <a:solidFill>
                  <a:schemeClr val="dk1"/>
                </a:solidFill>
                <a:latin typeface="Georgia"/>
                <a:ea typeface="Georgia"/>
                <a:cs typeface="Georgia"/>
                <a:sym typeface="Georgia"/>
              </a:rPr>
              <a:t>El colaborador activo puede realizar un cambio de plan médico cuando guste, siempre y cuando asuma el costo de la diferencia de su plan al 100%,  y este le será descontado vía  nómina</a:t>
            </a:r>
            <a:endParaRPr sz="1400" b="0" i="0" u="none" strike="noStrike" cap="none" dirty="0">
              <a:solidFill>
                <a:schemeClr val="dk1"/>
              </a:solidFill>
              <a:latin typeface="Georgia"/>
              <a:ea typeface="Georgia"/>
              <a:cs typeface="Georgia"/>
              <a:sym typeface="Georgia"/>
            </a:endParaRPr>
          </a:p>
          <a:p>
            <a:pPr marL="0" marR="0" lvl="0" indent="0" algn="just" rtl="0">
              <a:lnSpc>
                <a:spcPct val="100000"/>
              </a:lnSpc>
              <a:spcBef>
                <a:spcPts val="800"/>
              </a:spcBef>
              <a:spcAft>
                <a:spcPts val="0"/>
              </a:spcAft>
              <a:buClr>
                <a:srgbClr val="000000"/>
              </a:buClr>
              <a:buSzPts val="1400"/>
              <a:buFont typeface="Arial"/>
              <a:buNone/>
            </a:pPr>
            <a:r>
              <a:rPr lang="es-419" sz="1400" b="0" i="0" u="none" strike="noStrike" cap="none" dirty="0">
                <a:solidFill>
                  <a:schemeClr val="dk1"/>
                </a:solidFill>
                <a:latin typeface="Georgia"/>
                <a:ea typeface="Georgia"/>
                <a:cs typeface="Georgia"/>
                <a:sym typeface="Georgia"/>
              </a:rPr>
              <a:t>En el caso de querer ingresar a la póliza un hijastro deberá contar con la autorización expresa del </a:t>
            </a:r>
            <a:r>
              <a:rPr lang="es-419" dirty="0">
                <a:solidFill>
                  <a:schemeClr val="dk1"/>
                </a:solidFill>
                <a:latin typeface="Georgia"/>
                <a:ea typeface="Georgia"/>
                <a:cs typeface="Georgia"/>
                <a:sym typeface="Georgia"/>
              </a:rPr>
              <a:t>Gerente General.</a:t>
            </a:r>
            <a:r>
              <a:rPr lang="es-419" sz="1400" b="0" i="0" u="none" strike="noStrike" cap="none" dirty="0">
                <a:solidFill>
                  <a:schemeClr val="dk1"/>
                </a:solidFill>
                <a:latin typeface="Georgia"/>
                <a:ea typeface="Georgia"/>
                <a:cs typeface="Georgia"/>
                <a:sym typeface="Georgia"/>
              </a:rPr>
              <a:t> En el caso de un hijo adoptado, se necesitará un poder judicial firmado por el progenitor y el abogado. Cuando es un Hijastro, se necesitará la cédula de identidad de los testigos por ambas partes. </a:t>
            </a:r>
            <a:endParaRPr sz="1400" b="0" i="0" u="none" strike="noStrike" cap="none" dirty="0">
              <a:solidFill>
                <a:schemeClr val="dk1"/>
              </a:solidFill>
              <a:latin typeface="Georgia"/>
              <a:ea typeface="Georgia"/>
              <a:cs typeface="Georgia"/>
              <a:sym typeface="Georgia"/>
            </a:endParaRPr>
          </a:p>
          <a:p>
            <a:pPr marL="0" marR="0" lvl="0" indent="0" algn="l" rtl="0">
              <a:lnSpc>
                <a:spcPct val="115000"/>
              </a:lnSpc>
              <a:spcBef>
                <a:spcPts val="800"/>
              </a:spcBef>
              <a:spcAft>
                <a:spcPts val="0"/>
              </a:spcAft>
              <a:buClr>
                <a:srgbClr val="000000"/>
              </a:buClr>
              <a:buSzPts val="1400"/>
              <a:buFont typeface="Arial"/>
              <a:buNone/>
            </a:pPr>
            <a:r>
              <a:rPr lang="es-419" sz="1400" b="0" i="0" u="none" strike="noStrike" cap="none" dirty="0">
                <a:solidFill>
                  <a:schemeClr val="dk1"/>
                </a:solidFill>
                <a:latin typeface="Georgia"/>
                <a:ea typeface="Georgia"/>
                <a:cs typeface="Georgia"/>
                <a:sym typeface="Georgia"/>
              </a:rPr>
              <a:t>No se aceptan ex esposos en la póliza de seguro complementario , es responsabilidad del colaborador informar de su cambio de estatus y pedir la exclusión de su dependiente, en caso de no solicitar la exclusión vía correo a </a:t>
            </a:r>
            <a:r>
              <a:rPr lang="es-419" dirty="0">
                <a:solidFill>
                  <a:schemeClr val="dk1"/>
                </a:solidFill>
                <a:latin typeface="Georgia"/>
                <a:ea typeface="Georgia"/>
                <a:cs typeface="Georgia"/>
                <a:sym typeface="Georgia"/>
              </a:rPr>
              <a:t>Recursos Humanos</a:t>
            </a:r>
            <a:r>
              <a:rPr lang="es-419" sz="1400" b="0" i="0" u="none" strike="noStrike" cap="none" dirty="0">
                <a:solidFill>
                  <a:schemeClr val="dk1"/>
                </a:solidFill>
                <a:latin typeface="Georgia"/>
                <a:ea typeface="Georgia"/>
                <a:cs typeface="Georgia"/>
                <a:sym typeface="Georgia"/>
              </a:rPr>
              <a:t>  el costo por la permanencia del ex dependiente será descontado al colaborador, también aplica para las parejas en Unión libre. </a:t>
            </a:r>
            <a:endParaRPr sz="1400" b="0" i="0" u="none" strike="noStrike" cap="none" dirty="0">
              <a:solidFill>
                <a:schemeClr val="dk1"/>
              </a:solidFill>
              <a:latin typeface="Georgia"/>
              <a:ea typeface="Georgia"/>
              <a:cs typeface="Georgia"/>
              <a:sym typeface="Georgia"/>
            </a:endParaRPr>
          </a:p>
          <a:p>
            <a:pPr marL="0" marR="0" lvl="0" indent="0" algn="l" rtl="0">
              <a:lnSpc>
                <a:spcPct val="115000"/>
              </a:lnSpc>
              <a:spcBef>
                <a:spcPts val="0"/>
              </a:spcBef>
              <a:spcAft>
                <a:spcPts val="0"/>
              </a:spcAft>
              <a:buClr>
                <a:srgbClr val="000000"/>
              </a:buClr>
              <a:buSzPts val="1400"/>
              <a:buFont typeface="Arial"/>
              <a:buNone/>
            </a:pPr>
            <a:endParaRPr sz="1400" b="0" i="0" u="none" strike="noStrike" cap="none" dirty="0">
              <a:solidFill>
                <a:schemeClr val="dk1"/>
              </a:solidFill>
              <a:latin typeface="Georgia"/>
              <a:ea typeface="Georgia"/>
              <a:cs typeface="Georgia"/>
              <a:sym typeface="Georgia"/>
            </a:endParaRPr>
          </a:p>
          <a:p>
            <a:pPr marL="0" marR="0" lvl="0" indent="0" algn="l" rtl="0">
              <a:lnSpc>
                <a:spcPct val="115000"/>
              </a:lnSpc>
              <a:spcBef>
                <a:spcPts val="0"/>
              </a:spcBef>
              <a:spcAft>
                <a:spcPts val="0"/>
              </a:spcAft>
              <a:buClr>
                <a:srgbClr val="000000"/>
              </a:buClr>
              <a:buSzPts val="1400"/>
              <a:buFont typeface="Arial"/>
              <a:buNone/>
            </a:pPr>
            <a:r>
              <a:rPr lang="es-419" sz="1400" b="0" i="0" u="none" strike="noStrike" cap="none" dirty="0">
                <a:solidFill>
                  <a:schemeClr val="dk1"/>
                </a:solidFill>
                <a:latin typeface="Georgia"/>
                <a:ea typeface="Georgia"/>
                <a:cs typeface="Georgia"/>
                <a:sym typeface="Georgia"/>
              </a:rPr>
              <a:t>Es responsabilidad del colaborador enviar el acta de nacimiento de los hijos recién nacidos con el fin de tramitar a la brevedad el ingreso del niño en el seguro médico </a:t>
            </a:r>
            <a:endParaRPr sz="1800" b="0" i="0" u="none" strike="noStrike" cap="none"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5D507B8A-1857-2652-0C22-98AEFB0C04FA}"/>
              </a:ext>
            </a:extLst>
          </p:cNvPr>
          <p:cNvPicPr>
            <a:picLocks noChangeAspect="1"/>
          </p:cNvPicPr>
          <p:nvPr/>
        </p:nvPicPr>
        <p:blipFill>
          <a:blip r:embed="rId3"/>
          <a:stretch>
            <a:fillRect/>
          </a:stretch>
        </p:blipFill>
        <p:spPr>
          <a:xfrm>
            <a:off x="5339020" y="9654989"/>
            <a:ext cx="1542422" cy="3535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14ffd292170_0_72"/>
          <p:cNvSpPr txBox="1">
            <a:spLocks noGrp="1"/>
          </p:cNvSpPr>
          <p:nvPr>
            <p:ph type="sldNum" idx="12"/>
          </p:nvPr>
        </p:nvSpPr>
        <p:spPr>
          <a:xfrm>
            <a:off x="5339020" y="10192624"/>
            <a:ext cx="1701000" cy="180000"/>
          </a:xfrm>
          <a:prstGeom prst="rect">
            <a:avLst/>
          </a:prstGeom>
          <a:noFill/>
          <a:ln>
            <a:noFill/>
          </a:ln>
        </p:spPr>
        <p:txBody>
          <a:bodyPr spcFirstLastPara="1" wrap="square" lIns="91425" tIns="45700" rIns="0" bIns="45700" anchor="ctr" anchorCtr="0">
            <a:noAutofit/>
          </a:bodyPr>
          <a:lstStyle/>
          <a:p>
            <a:pPr marL="0" lvl="0" indent="0" algn="r" rtl="0">
              <a:lnSpc>
                <a:spcPct val="100000"/>
              </a:lnSpc>
              <a:spcBef>
                <a:spcPts val="0"/>
              </a:spcBef>
              <a:spcAft>
                <a:spcPts val="0"/>
              </a:spcAft>
              <a:buSzPts val="700"/>
              <a:buNone/>
            </a:pPr>
            <a:fld id="{00000000-1234-1234-1234-123412341234}" type="slidenum">
              <a:rPr lang="es-419"/>
              <a:t>4</a:t>
            </a:fld>
            <a:endParaRPr/>
          </a:p>
        </p:txBody>
      </p:sp>
      <p:sp>
        <p:nvSpPr>
          <p:cNvPr id="127" name="Google Shape;127;g14ffd292170_0_72"/>
          <p:cNvSpPr txBox="1"/>
          <p:nvPr/>
        </p:nvSpPr>
        <p:spPr>
          <a:xfrm>
            <a:off x="0" y="1771625"/>
            <a:ext cx="6983700" cy="600300"/>
          </a:xfrm>
          <a:prstGeom prst="rect">
            <a:avLst/>
          </a:prstGeom>
          <a:noFill/>
          <a:ln>
            <a:noFill/>
          </a:ln>
        </p:spPr>
        <p:txBody>
          <a:bodyPr spcFirstLastPara="1" wrap="square" lIns="91425" tIns="91425" rIns="91425" bIns="91425" anchor="t" anchorCtr="0">
            <a:spAutoFit/>
          </a:bodyPr>
          <a:lstStyle/>
          <a:p>
            <a:pPr marL="0" marR="0" lvl="0" indent="0" algn="just" rtl="0">
              <a:lnSpc>
                <a:spcPct val="107916"/>
              </a:lnSpc>
              <a:spcBef>
                <a:spcPts val="0"/>
              </a:spcBef>
              <a:spcAft>
                <a:spcPts val="800"/>
              </a:spcAft>
              <a:buClr>
                <a:schemeClr val="dk1"/>
              </a:buClr>
              <a:buSzPts val="1100"/>
              <a:buFont typeface="Arial"/>
              <a:buNone/>
            </a:pPr>
            <a:endParaRPr sz="2700" b="0" i="0" u="none" strike="noStrike" cap="none">
              <a:solidFill>
                <a:srgbClr val="000000"/>
              </a:solidFill>
              <a:latin typeface="Arial"/>
              <a:ea typeface="Arial"/>
              <a:cs typeface="Arial"/>
              <a:sym typeface="Arial"/>
            </a:endParaRPr>
          </a:p>
        </p:txBody>
      </p:sp>
      <p:sp>
        <p:nvSpPr>
          <p:cNvPr id="129" name="Google Shape;129;g14ffd292170_0_72"/>
          <p:cNvSpPr txBox="1"/>
          <p:nvPr/>
        </p:nvSpPr>
        <p:spPr>
          <a:xfrm>
            <a:off x="288050" y="5835792"/>
            <a:ext cx="5434775"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DO" sz="2400" b="1" i="0" u="none" strike="noStrike" cap="none" dirty="0">
                <a:solidFill>
                  <a:srgbClr val="000000"/>
                </a:solidFill>
                <a:latin typeface="Georgia" panose="02040502050405020303" pitchFamily="18" charset="0"/>
                <a:sym typeface="Arial"/>
              </a:rPr>
              <a:t>Reconocimientos e incentivos</a:t>
            </a:r>
            <a:endParaRPr sz="2400" b="1" i="0" u="none" strike="noStrike" cap="none" dirty="0">
              <a:solidFill>
                <a:srgbClr val="000000"/>
              </a:solidFill>
              <a:latin typeface="Georgia" panose="02040502050405020303" pitchFamily="18" charset="0"/>
              <a:sym typeface="Arial"/>
            </a:endParaRPr>
          </a:p>
        </p:txBody>
      </p:sp>
      <p:sp>
        <p:nvSpPr>
          <p:cNvPr id="132" name="Google Shape;132;g14ffd292170_0_72"/>
          <p:cNvSpPr txBox="1">
            <a:spLocks noGrp="1"/>
          </p:cNvSpPr>
          <p:nvPr>
            <p:ph type="title"/>
          </p:nvPr>
        </p:nvSpPr>
        <p:spPr>
          <a:xfrm>
            <a:off x="432625" y="676271"/>
            <a:ext cx="4755600" cy="824100"/>
          </a:xfrm>
          <a:prstGeom prst="rect">
            <a:avLst/>
          </a:prstGeom>
          <a:noFill/>
          <a:ln>
            <a:noFill/>
          </a:ln>
        </p:spPr>
        <p:txBody>
          <a:bodyPr spcFirstLastPara="1" wrap="square" lIns="0" tIns="0" rIns="0" bIns="0" anchor="t" anchorCtr="0">
            <a:normAutofit/>
          </a:bodyPr>
          <a:lstStyle/>
          <a:p>
            <a:pPr marL="0" lvl="0" indent="0" algn="just" rtl="0">
              <a:lnSpc>
                <a:spcPct val="107916"/>
              </a:lnSpc>
              <a:spcBef>
                <a:spcPts val="0"/>
              </a:spcBef>
              <a:spcAft>
                <a:spcPts val="800"/>
              </a:spcAft>
              <a:buClr>
                <a:schemeClr val="dk1"/>
              </a:buClr>
              <a:buSzPts val="1100"/>
              <a:buNone/>
            </a:pPr>
            <a:r>
              <a:rPr lang="es-419" sz="2700" b="1" dirty="0"/>
              <a:t>Free </a:t>
            </a:r>
            <a:r>
              <a:rPr lang="es-419" sz="2700" b="1" dirty="0" err="1"/>
              <a:t>Days</a:t>
            </a:r>
            <a:endParaRPr sz="2700" dirty="0"/>
          </a:p>
        </p:txBody>
      </p:sp>
      <p:sp>
        <p:nvSpPr>
          <p:cNvPr id="133" name="Google Shape;133;g14ffd292170_0_72"/>
          <p:cNvSpPr txBox="1">
            <a:spLocks noGrp="1"/>
          </p:cNvSpPr>
          <p:nvPr>
            <p:ph type="title"/>
          </p:nvPr>
        </p:nvSpPr>
        <p:spPr>
          <a:xfrm>
            <a:off x="288050" y="1452451"/>
            <a:ext cx="5739000" cy="824100"/>
          </a:xfrm>
          <a:prstGeom prst="rect">
            <a:avLst/>
          </a:prstGeom>
          <a:noFill/>
          <a:ln>
            <a:noFill/>
          </a:ln>
        </p:spPr>
        <p:txBody>
          <a:bodyPr spcFirstLastPara="1" wrap="square" lIns="0" tIns="0" rIns="0" bIns="0" anchor="t" anchorCtr="0">
            <a:normAutofit fontScale="90000"/>
          </a:bodyPr>
          <a:lstStyle/>
          <a:p>
            <a:pPr marL="0" lvl="0" indent="0" algn="just" rtl="0">
              <a:lnSpc>
                <a:spcPct val="107916"/>
              </a:lnSpc>
              <a:spcBef>
                <a:spcPts val="0"/>
              </a:spcBef>
              <a:spcAft>
                <a:spcPts val="800"/>
              </a:spcAft>
              <a:buClr>
                <a:schemeClr val="dk1"/>
              </a:buClr>
              <a:buSzPct val="60736"/>
              <a:buNone/>
            </a:pPr>
            <a:r>
              <a:rPr lang="es-419" sz="1629" dirty="0"/>
              <a:t>L</a:t>
            </a:r>
            <a:r>
              <a:rPr lang="es-419" sz="1629"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0"/>
                  </a:ext>
                </a:extLst>
              </a:rPr>
              <a:t>a empresa otorga días libres en adición a los marcados como no laborables por ley como son: 24 de Diciembre, 31 de Diciembre, Jueves Santo, etc.</a:t>
            </a:r>
            <a:r>
              <a:rPr lang="es-419" sz="1629" dirty="0"/>
              <a:t>  Se verifica el calendario año tras año y se comunica de manera oportuna al personal.</a:t>
            </a:r>
            <a:endParaRPr sz="1629" dirty="0"/>
          </a:p>
        </p:txBody>
      </p:sp>
      <p:sp>
        <p:nvSpPr>
          <p:cNvPr id="134" name="Google Shape;134;g14ffd292170_0_72"/>
          <p:cNvSpPr txBox="1">
            <a:spLocks noGrp="1"/>
          </p:cNvSpPr>
          <p:nvPr>
            <p:ph type="title"/>
          </p:nvPr>
        </p:nvSpPr>
        <p:spPr>
          <a:xfrm>
            <a:off x="288050" y="2595725"/>
            <a:ext cx="4755600" cy="824100"/>
          </a:xfrm>
          <a:prstGeom prst="rect">
            <a:avLst/>
          </a:prstGeom>
          <a:noFill/>
          <a:ln>
            <a:noFill/>
          </a:ln>
        </p:spPr>
        <p:txBody>
          <a:bodyPr spcFirstLastPara="1" wrap="square" lIns="0" tIns="0" rIns="0" bIns="0" anchor="t" anchorCtr="0">
            <a:normAutofit fontScale="90000"/>
          </a:bodyPr>
          <a:lstStyle/>
          <a:p>
            <a:pPr marL="0" lvl="0" indent="0" algn="just" rtl="0">
              <a:lnSpc>
                <a:spcPct val="107916"/>
              </a:lnSpc>
              <a:spcBef>
                <a:spcPts val="0"/>
              </a:spcBef>
              <a:spcAft>
                <a:spcPts val="0"/>
              </a:spcAft>
              <a:buClr>
                <a:schemeClr val="dk1"/>
              </a:buClr>
              <a:buSzPct val="40740"/>
              <a:buNone/>
            </a:pPr>
            <a:endParaRPr sz="2700" b="1" dirty="0"/>
          </a:p>
          <a:p>
            <a:pPr marL="0" lvl="0" indent="0" algn="just" rtl="0">
              <a:lnSpc>
                <a:spcPct val="107916"/>
              </a:lnSpc>
              <a:spcBef>
                <a:spcPts val="800"/>
              </a:spcBef>
              <a:spcAft>
                <a:spcPts val="800"/>
              </a:spcAft>
              <a:buClr>
                <a:schemeClr val="dk1"/>
              </a:buClr>
              <a:buSzPct val="40740"/>
              <a:buNone/>
            </a:pPr>
            <a:r>
              <a:rPr lang="es-419" sz="2700" b="1" dirty="0" err="1"/>
              <a:t>Early</a:t>
            </a:r>
            <a:r>
              <a:rPr lang="es-419" sz="2700" b="1" dirty="0"/>
              <a:t> </a:t>
            </a:r>
            <a:r>
              <a:rPr lang="es-419" sz="2700" b="1" dirty="0" err="1"/>
              <a:t>Fridays</a:t>
            </a:r>
            <a:endParaRPr sz="2700" dirty="0"/>
          </a:p>
        </p:txBody>
      </p:sp>
      <p:sp>
        <p:nvSpPr>
          <p:cNvPr id="135" name="Google Shape;135;g14ffd292170_0_72"/>
          <p:cNvSpPr txBox="1">
            <a:spLocks noGrp="1"/>
          </p:cNvSpPr>
          <p:nvPr>
            <p:ph type="title"/>
          </p:nvPr>
        </p:nvSpPr>
        <p:spPr>
          <a:xfrm>
            <a:off x="288050" y="3754937"/>
            <a:ext cx="6404850" cy="824100"/>
          </a:xfrm>
          <a:prstGeom prst="rect">
            <a:avLst/>
          </a:prstGeom>
          <a:noFill/>
          <a:ln>
            <a:noFill/>
          </a:ln>
        </p:spPr>
        <p:txBody>
          <a:bodyPr spcFirstLastPara="1" wrap="square" lIns="0" tIns="0" rIns="0" bIns="0" anchor="t" anchorCtr="0">
            <a:noAutofit/>
          </a:bodyPr>
          <a:lstStyle/>
          <a:p>
            <a:pPr marL="0" lvl="0" indent="0" algn="just" rtl="0">
              <a:lnSpc>
                <a:spcPct val="107916"/>
              </a:lnSpc>
              <a:spcBef>
                <a:spcPts val="0"/>
              </a:spcBef>
              <a:spcAft>
                <a:spcPts val="800"/>
              </a:spcAft>
              <a:buClr>
                <a:schemeClr val="dk1"/>
              </a:buClr>
              <a:buSzPts val="990"/>
              <a:buNone/>
            </a:pPr>
            <a:r>
              <a:rPr lang="es-419" sz="1629" dirty="0"/>
              <a:t>La empresa tiene el beneficio de </a:t>
            </a:r>
            <a:r>
              <a:rPr lang="es-419" sz="1629" dirty="0" err="1"/>
              <a:t>early</a:t>
            </a:r>
            <a:r>
              <a:rPr lang="es-419" sz="1629" dirty="0"/>
              <a:t> </a:t>
            </a:r>
            <a:r>
              <a:rPr lang="es-419" sz="1629" dirty="0" err="1"/>
              <a:t>fridays</a:t>
            </a:r>
            <a:r>
              <a:rPr lang="es-419" sz="1629" dirty="0"/>
              <a:t> algunos meses del ano como son Julio- Agosto y Diciembre dependiendo la temporada para brindar la flexibilidad a los colaboradores.</a:t>
            </a:r>
            <a:br>
              <a:rPr lang="es-419" sz="1629" dirty="0"/>
            </a:br>
            <a:r>
              <a:rPr lang="es-419" sz="1629" dirty="0"/>
              <a:t>Este horario se basa en la salida a las 3:00 pm todos los viernes de esta temporada.</a:t>
            </a:r>
            <a:br>
              <a:rPr lang="es-419" sz="1629" dirty="0"/>
            </a:br>
            <a:r>
              <a:rPr lang="es-419" sz="1629" dirty="0"/>
              <a:t>Para optar por este beneficio el colaborador no debe tener pendientes entregables urgentes.</a:t>
            </a:r>
            <a:endParaRPr sz="1629" dirty="0"/>
          </a:p>
        </p:txBody>
      </p:sp>
      <p:pic>
        <p:nvPicPr>
          <p:cNvPr id="4" name="Picture 3">
            <a:extLst>
              <a:ext uri="{FF2B5EF4-FFF2-40B4-BE49-F238E27FC236}">
                <a16:creationId xmlns:a16="http://schemas.microsoft.com/office/drawing/2014/main" id="{DC5B7FFD-B601-380A-B27E-3A5F05114BAA}"/>
              </a:ext>
            </a:extLst>
          </p:cNvPr>
          <p:cNvPicPr>
            <a:picLocks noChangeAspect="1"/>
          </p:cNvPicPr>
          <p:nvPr/>
        </p:nvPicPr>
        <p:blipFill>
          <a:blip r:embed="rId3"/>
          <a:stretch>
            <a:fillRect/>
          </a:stretch>
        </p:blipFill>
        <p:spPr>
          <a:xfrm>
            <a:off x="5497598" y="9302068"/>
            <a:ext cx="1542422" cy="353599"/>
          </a:xfrm>
          <a:prstGeom prst="rect">
            <a:avLst/>
          </a:prstGeom>
        </p:spPr>
      </p:pic>
      <p:sp>
        <p:nvSpPr>
          <p:cNvPr id="5" name="Google Shape;135;g14ffd292170_0_72">
            <a:extLst>
              <a:ext uri="{FF2B5EF4-FFF2-40B4-BE49-F238E27FC236}">
                <a16:creationId xmlns:a16="http://schemas.microsoft.com/office/drawing/2014/main" id="{180DF190-BA04-2DFA-6BCA-E970E44B818A}"/>
              </a:ext>
            </a:extLst>
          </p:cNvPr>
          <p:cNvSpPr txBox="1">
            <a:spLocks/>
          </p:cNvSpPr>
          <p:nvPr/>
        </p:nvSpPr>
        <p:spPr>
          <a:xfrm>
            <a:off x="288050" y="6576536"/>
            <a:ext cx="6404850" cy="8241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Georgia"/>
              <a:buNone/>
              <a:defRPr sz="28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just">
              <a:lnSpc>
                <a:spcPct val="107916"/>
              </a:lnSpc>
              <a:spcAft>
                <a:spcPts val="800"/>
              </a:spcAft>
              <a:buSzPts val="990"/>
            </a:pPr>
            <a:r>
              <a:rPr lang="es-DO" sz="1629" dirty="0"/>
              <a:t>Este beneficio aplica para todos los colaboradores de la empresa.</a:t>
            </a:r>
          </a:p>
          <a:p>
            <a:pPr algn="just">
              <a:lnSpc>
                <a:spcPct val="107916"/>
              </a:lnSpc>
              <a:spcAft>
                <a:spcPts val="800"/>
              </a:spcAft>
              <a:buSzPts val="990"/>
            </a:pPr>
            <a:r>
              <a:rPr lang="es-DO" sz="1629" dirty="0"/>
              <a:t>La empresa tiene el compromiso de fomentar y fortalecer el compromiso, valorar el trabajo en equipo de todos los colaboradores como parte de su programa de beneficios tiene el propósito de otorgar incentivos al personal ya sea por buen desempeño, milla extra o proyecto especial, los reconocimientos pueden ser certificados, días libres, bonos u cualquier otro incentivo que tanto el supervisor como la gerencia general apruebe.</a:t>
            </a:r>
          </a:p>
        </p:txBody>
      </p:sp>
    </p:spTree>
  </p:cSld>
  <p:clrMapOvr>
    <a:masterClrMapping/>
  </p:clrMapOvr>
</p:sld>
</file>

<file path=ppt/theme/theme1.xml><?xml version="1.0" encoding="utf-8"?>
<a:theme xmlns:a="http://schemas.openxmlformats.org/drawingml/2006/main" name="Office Theme">
  <a:themeElements>
    <a:clrScheme name="PwC Brand 2.0">
      <a:dk1>
        <a:srgbClr val="000000"/>
      </a:dk1>
      <a:lt1>
        <a:srgbClr val="FFFFFF"/>
      </a:lt1>
      <a:dk2>
        <a:srgbClr val="EB8C00"/>
      </a:dk2>
      <a:lt2>
        <a:srgbClr val="DADADA"/>
      </a:lt2>
      <a:accent1>
        <a:srgbClr val="D04A02"/>
      </a:accent1>
      <a:accent2>
        <a:srgbClr val="FFB600"/>
      </a:accent2>
      <a:accent3>
        <a:srgbClr val="D93954"/>
      </a:accent3>
      <a:accent4>
        <a:srgbClr val="E0301E"/>
      </a:accent4>
      <a:accent5>
        <a:srgbClr val="7D7D7D"/>
      </a:accent5>
      <a:accent6>
        <a:srgbClr val="464646"/>
      </a:accent6>
      <a:hlink>
        <a:srgbClr val="2D2D2D"/>
      </a:hlink>
      <a:folHlink>
        <a:srgbClr val="EB8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9596</TotalTime>
  <Words>677</Words>
  <Application>Microsoft Office PowerPoint</Application>
  <PresentationFormat>Custom</PresentationFormat>
  <Paragraphs>42</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Georgia</vt:lpstr>
      <vt:lpstr>Noto Sans Symbols</vt:lpstr>
      <vt:lpstr>Office Theme</vt:lpstr>
      <vt:lpstr>PowerPoint Presentation</vt:lpstr>
      <vt:lpstr>Beneficio Bono de Referidos</vt:lpstr>
      <vt:lpstr>Seguro Médico Complementario</vt:lpstr>
      <vt:lpstr>Free Days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Jessica Sibaja Rodriguez</dc:creator>
  <cp:lastModifiedBy>Dilia Aguasvivas</cp:lastModifiedBy>
  <cp:revision>3</cp:revision>
  <dcterms:modified xsi:type="dcterms:W3CDTF">2026-04-27T15:07:27Z</dcterms:modified>
</cp:coreProperties>
</file>